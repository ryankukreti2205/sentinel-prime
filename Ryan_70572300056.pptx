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13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80340A-2635-455B-94C4-F2300D0387B3}" type="doc">
      <dgm:prSet loTypeId="urn:microsoft.com/office/officeart/2005/8/layout/default" loCatId="list" qsTypeId="urn:microsoft.com/office/officeart/2005/8/quickstyle/simple5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05FD87C9-181B-4DD7-A2BB-5811EA9853AF}">
      <dgm:prSet/>
      <dgm:spPr/>
      <dgm:t>
        <a:bodyPr/>
        <a:lstStyle/>
        <a:p>
          <a:r>
            <a:rPr lang="en-US"/>
            <a:t>Forward Pass: Calculates weighted sums using Weights and Biases.</a:t>
          </a:r>
        </a:p>
      </dgm:t>
    </dgm:pt>
    <dgm:pt modelId="{6AD1D94E-F3F8-4594-AA3F-93BDE98C3CF2}" type="parTrans" cxnId="{F973E618-8AF4-4B97-9EF4-5EFD9C00E8C4}">
      <dgm:prSet/>
      <dgm:spPr/>
      <dgm:t>
        <a:bodyPr/>
        <a:lstStyle/>
        <a:p>
          <a:endParaRPr lang="en-US"/>
        </a:p>
      </dgm:t>
    </dgm:pt>
    <dgm:pt modelId="{118BF63E-3561-4229-8155-056197162BD1}" type="sibTrans" cxnId="{F973E618-8AF4-4B97-9EF4-5EFD9C00E8C4}">
      <dgm:prSet/>
      <dgm:spPr/>
      <dgm:t>
        <a:bodyPr/>
        <a:lstStyle/>
        <a:p>
          <a:endParaRPr lang="en-US"/>
        </a:p>
      </dgm:t>
    </dgm:pt>
    <dgm:pt modelId="{9C939829-CC60-478B-A167-B9DC1ACCA764}">
      <dgm:prSet/>
      <dgm:spPr/>
      <dgm:t>
        <a:bodyPr/>
        <a:lstStyle/>
        <a:p>
          <a:r>
            <a:rPr lang="en-US"/>
            <a:t>Activation Functions (ReLU, Sigmoid) introduce non-linearity.</a:t>
          </a:r>
        </a:p>
      </dgm:t>
    </dgm:pt>
    <dgm:pt modelId="{45EFED03-7BAB-4CD6-8B93-D51939223D64}" type="parTrans" cxnId="{4BE88BC2-B318-49E3-AE09-1BD2BAEEB7A8}">
      <dgm:prSet/>
      <dgm:spPr/>
      <dgm:t>
        <a:bodyPr/>
        <a:lstStyle/>
        <a:p>
          <a:endParaRPr lang="en-US"/>
        </a:p>
      </dgm:t>
    </dgm:pt>
    <dgm:pt modelId="{78E37866-73E8-4124-9DA0-B2C498456ACA}" type="sibTrans" cxnId="{4BE88BC2-B318-49E3-AE09-1BD2BAEEB7A8}">
      <dgm:prSet/>
      <dgm:spPr/>
      <dgm:t>
        <a:bodyPr/>
        <a:lstStyle/>
        <a:p>
          <a:endParaRPr lang="en-US"/>
        </a:p>
      </dgm:t>
    </dgm:pt>
    <dgm:pt modelId="{99638A2F-9648-A344-B107-7B094186523B}" type="pres">
      <dgm:prSet presAssocID="{F480340A-2635-455B-94C4-F2300D0387B3}" presName="diagram" presStyleCnt="0">
        <dgm:presLayoutVars>
          <dgm:dir/>
          <dgm:resizeHandles val="exact"/>
        </dgm:presLayoutVars>
      </dgm:prSet>
      <dgm:spPr/>
    </dgm:pt>
    <dgm:pt modelId="{B83C88B2-72F5-CB4D-81FF-DEBC2968121B}" type="pres">
      <dgm:prSet presAssocID="{05FD87C9-181B-4DD7-A2BB-5811EA9853AF}" presName="node" presStyleLbl="node1" presStyleIdx="0" presStyleCnt="2">
        <dgm:presLayoutVars>
          <dgm:bulletEnabled val="1"/>
        </dgm:presLayoutVars>
      </dgm:prSet>
      <dgm:spPr/>
    </dgm:pt>
    <dgm:pt modelId="{D12FA1D8-559C-744D-AD6D-4BBDF5805CB1}" type="pres">
      <dgm:prSet presAssocID="{118BF63E-3561-4229-8155-056197162BD1}" presName="sibTrans" presStyleCnt="0"/>
      <dgm:spPr/>
    </dgm:pt>
    <dgm:pt modelId="{E5321521-87A4-0441-AE82-B770383A74EA}" type="pres">
      <dgm:prSet presAssocID="{9C939829-CC60-478B-A167-B9DC1ACCA764}" presName="node" presStyleLbl="node1" presStyleIdx="1" presStyleCnt="2">
        <dgm:presLayoutVars>
          <dgm:bulletEnabled val="1"/>
        </dgm:presLayoutVars>
      </dgm:prSet>
      <dgm:spPr/>
    </dgm:pt>
  </dgm:ptLst>
  <dgm:cxnLst>
    <dgm:cxn modelId="{F973E618-8AF4-4B97-9EF4-5EFD9C00E8C4}" srcId="{F480340A-2635-455B-94C4-F2300D0387B3}" destId="{05FD87C9-181B-4DD7-A2BB-5811EA9853AF}" srcOrd="0" destOrd="0" parTransId="{6AD1D94E-F3F8-4594-AA3F-93BDE98C3CF2}" sibTransId="{118BF63E-3561-4229-8155-056197162BD1}"/>
    <dgm:cxn modelId="{3AC8C970-0C6B-FA4E-BA64-D9AD7D03B429}" type="presOf" srcId="{05FD87C9-181B-4DD7-A2BB-5811EA9853AF}" destId="{B83C88B2-72F5-CB4D-81FF-DEBC2968121B}" srcOrd="0" destOrd="0" presId="urn:microsoft.com/office/officeart/2005/8/layout/default"/>
    <dgm:cxn modelId="{08D97A8E-AE0E-7442-9266-699EE2B6A21A}" type="presOf" srcId="{9C939829-CC60-478B-A167-B9DC1ACCA764}" destId="{E5321521-87A4-0441-AE82-B770383A74EA}" srcOrd="0" destOrd="0" presId="urn:microsoft.com/office/officeart/2005/8/layout/default"/>
    <dgm:cxn modelId="{4BE88BC2-B318-49E3-AE09-1BD2BAEEB7A8}" srcId="{F480340A-2635-455B-94C4-F2300D0387B3}" destId="{9C939829-CC60-478B-A167-B9DC1ACCA764}" srcOrd="1" destOrd="0" parTransId="{45EFED03-7BAB-4CD6-8B93-D51939223D64}" sibTransId="{78E37866-73E8-4124-9DA0-B2C498456ACA}"/>
    <dgm:cxn modelId="{009E20D1-7D79-6B43-8616-BEA208D1E1D7}" type="presOf" srcId="{F480340A-2635-455B-94C4-F2300D0387B3}" destId="{99638A2F-9648-A344-B107-7B094186523B}" srcOrd="0" destOrd="0" presId="urn:microsoft.com/office/officeart/2005/8/layout/default"/>
    <dgm:cxn modelId="{42059935-E0C8-CD4E-A114-C51D40728AD5}" type="presParOf" srcId="{99638A2F-9648-A344-B107-7B094186523B}" destId="{B83C88B2-72F5-CB4D-81FF-DEBC2968121B}" srcOrd="0" destOrd="0" presId="urn:microsoft.com/office/officeart/2005/8/layout/default"/>
    <dgm:cxn modelId="{1AAECDD6-AA8B-1649-BA5C-CC814CFF6A92}" type="presParOf" srcId="{99638A2F-9648-A344-B107-7B094186523B}" destId="{D12FA1D8-559C-744D-AD6D-4BBDF5805CB1}" srcOrd="1" destOrd="0" presId="urn:microsoft.com/office/officeart/2005/8/layout/default"/>
    <dgm:cxn modelId="{C9EA7911-553C-FF46-99FB-441846833195}" type="presParOf" srcId="{99638A2F-9648-A344-B107-7B094186523B}" destId="{E5321521-87A4-0441-AE82-B770383A74E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970246-87BC-4E92-97BD-A82EB384B132}" type="doc">
      <dgm:prSet loTypeId="urn:microsoft.com/office/officeart/2005/8/layout/hierarchy1" loCatId="hierarchy" qsTypeId="urn:microsoft.com/office/officeart/2005/8/quickstyle/simple1#1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CA6D5248-C169-434D-96FC-6A59C8523F4F}">
      <dgm:prSet/>
      <dgm:spPr/>
      <dgm:t>
        <a:bodyPr/>
        <a:lstStyle/>
        <a:p>
          <a:r>
            <a:rPr lang="en-US"/>
            <a:t>Loss Functions (MSE, Cross-Entropy) measure the network's error.</a:t>
          </a:r>
        </a:p>
      </dgm:t>
    </dgm:pt>
    <dgm:pt modelId="{9272E5E4-2BDB-434E-AE26-DCC55FA0C2D4}" type="parTrans" cxnId="{BC31B1DA-11FF-4FFE-81AB-E2959CECDF93}">
      <dgm:prSet/>
      <dgm:spPr/>
      <dgm:t>
        <a:bodyPr/>
        <a:lstStyle/>
        <a:p>
          <a:endParaRPr lang="en-US"/>
        </a:p>
      </dgm:t>
    </dgm:pt>
    <dgm:pt modelId="{86BA517C-A796-4D12-93AD-0C8CE91701FD}" type="sibTrans" cxnId="{BC31B1DA-11FF-4FFE-81AB-E2959CECDF93}">
      <dgm:prSet/>
      <dgm:spPr/>
      <dgm:t>
        <a:bodyPr/>
        <a:lstStyle/>
        <a:p>
          <a:endParaRPr lang="en-US"/>
        </a:p>
      </dgm:t>
    </dgm:pt>
    <dgm:pt modelId="{9D47ABE2-B23E-4103-8BF2-25A26559F52B}">
      <dgm:prSet/>
      <dgm:spPr/>
      <dgm:t>
        <a:bodyPr/>
        <a:lstStyle/>
        <a:p>
          <a:r>
            <a:rPr lang="en-US"/>
            <a:t>Optimizers (Adam) use Gradient Descent to adjust weights backward.</a:t>
          </a:r>
        </a:p>
      </dgm:t>
    </dgm:pt>
    <dgm:pt modelId="{0CEA28AF-EE54-4B84-B541-5B887B47CE84}" type="parTrans" cxnId="{DA916441-DB90-4ABC-9CCA-07D92F3081DC}">
      <dgm:prSet/>
      <dgm:spPr/>
      <dgm:t>
        <a:bodyPr/>
        <a:lstStyle/>
        <a:p>
          <a:endParaRPr lang="en-US"/>
        </a:p>
      </dgm:t>
    </dgm:pt>
    <dgm:pt modelId="{76EE1446-AA6C-423C-8222-57BC3AF432B3}" type="sibTrans" cxnId="{DA916441-DB90-4ABC-9CCA-07D92F3081DC}">
      <dgm:prSet/>
      <dgm:spPr/>
      <dgm:t>
        <a:bodyPr/>
        <a:lstStyle/>
        <a:p>
          <a:endParaRPr lang="en-US"/>
        </a:p>
      </dgm:t>
    </dgm:pt>
    <dgm:pt modelId="{DADE66B6-A740-544F-9FE4-CD82C0C8B22C}" type="pres">
      <dgm:prSet presAssocID="{13970246-87BC-4E92-97BD-A82EB384B13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E1DA777-3C60-2F4D-9B6E-73B0B5C71B8A}" type="pres">
      <dgm:prSet presAssocID="{CA6D5248-C169-434D-96FC-6A59C8523F4F}" presName="hierRoot1" presStyleCnt="0"/>
      <dgm:spPr/>
    </dgm:pt>
    <dgm:pt modelId="{30B5A964-A1AA-8446-BE05-81ED15C7F3A0}" type="pres">
      <dgm:prSet presAssocID="{CA6D5248-C169-434D-96FC-6A59C8523F4F}" presName="composite" presStyleCnt="0"/>
      <dgm:spPr/>
    </dgm:pt>
    <dgm:pt modelId="{A8DB898F-C8D3-5248-9009-60FF21CDE84E}" type="pres">
      <dgm:prSet presAssocID="{CA6D5248-C169-434D-96FC-6A59C8523F4F}" presName="background" presStyleLbl="node0" presStyleIdx="0" presStyleCnt="2"/>
      <dgm:spPr/>
    </dgm:pt>
    <dgm:pt modelId="{CF317ED4-01EF-1141-AC3E-56960BCAD298}" type="pres">
      <dgm:prSet presAssocID="{CA6D5248-C169-434D-96FC-6A59C8523F4F}" presName="text" presStyleLbl="fgAcc0" presStyleIdx="0" presStyleCnt="2">
        <dgm:presLayoutVars>
          <dgm:chPref val="3"/>
        </dgm:presLayoutVars>
      </dgm:prSet>
      <dgm:spPr/>
    </dgm:pt>
    <dgm:pt modelId="{5E512D68-5D98-7240-AC0D-F43290BAD11F}" type="pres">
      <dgm:prSet presAssocID="{CA6D5248-C169-434D-96FC-6A59C8523F4F}" presName="hierChild2" presStyleCnt="0"/>
      <dgm:spPr/>
    </dgm:pt>
    <dgm:pt modelId="{D1FAAB9D-D5E8-1A41-9E07-F03224810D17}" type="pres">
      <dgm:prSet presAssocID="{9D47ABE2-B23E-4103-8BF2-25A26559F52B}" presName="hierRoot1" presStyleCnt="0"/>
      <dgm:spPr/>
    </dgm:pt>
    <dgm:pt modelId="{51FB4B82-C647-BA4D-B520-E748F56BB9F6}" type="pres">
      <dgm:prSet presAssocID="{9D47ABE2-B23E-4103-8BF2-25A26559F52B}" presName="composite" presStyleCnt="0"/>
      <dgm:spPr/>
    </dgm:pt>
    <dgm:pt modelId="{94E483D2-48DC-114C-9C72-D7A4031B41D1}" type="pres">
      <dgm:prSet presAssocID="{9D47ABE2-B23E-4103-8BF2-25A26559F52B}" presName="background" presStyleLbl="node0" presStyleIdx="1" presStyleCnt="2"/>
      <dgm:spPr/>
    </dgm:pt>
    <dgm:pt modelId="{428B8E36-B208-674B-A803-6F76EC12897D}" type="pres">
      <dgm:prSet presAssocID="{9D47ABE2-B23E-4103-8BF2-25A26559F52B}" presName="text" presStyleLbl="fgAcc0" presStyleIdx="1" presStyleCnt="2">
        <dgm:presLayoutVars>
          <dgm:chPref val="3"/>
        </dgm:presLayoutVars>
      </dgm:prSet>
      <dgm:spPr/>
    </dgm:pt>
    <dgm:pt modelId="{26846435-360B-714E-8234-3829E6CB83B8}" type="pres">
      <dgm:prSet presAssocID="{9D47ABE2-B23E-4103-8BF2-25A26559F52B}" presName="hierChild2" presStyleCnt="0"/>
      <dgm:spPr/>
    </dgm:pt>
  </dgm:ptLst>
  <dgm:cxnLst>
    <dgm:cxn modelId="{DA916441-DB90-4ABC-9CCA-07D92F3081DC}" srcId="{13970246-87BC-4E92-97BD-A82EB384B132}" destId="{9D47ABE2-B23E-4103-8BF2-25A26559F52B}" srcOrd="1" destOrd="0" parTransId="{0CEA28AF-EE54-4B84-B541-5B887B47CE84}" sibTransId="{76EE1446-AA6C-423C-8222-57BC3AF432B3}"/>
    <dgm:cxn modelId="{E67EEC63-2B66-FD4A-B9EF-63C4E141E69F}" type="presOf" srcId="{9D47ABE2-B23E-4103-8BF2-25A26559F52B}" destId="{428B8E36-B208-674B-A803-6F76EC12897D}" srcOrd="0" destOrd="0" presId="urn:microsoft.com/office/officeart/2005/8/layout/hierarchy1"/>
    <dgm:cxn modelId="{2FDB476F-C0D6-6F4B-BFD8-54FACCCA598F}" type="presOf" srcId="{13970246-87BC-4E92-97BD-A82EB384B132}" destId="{DADE66B6-A740-544F-9FE4-CD82C0C8B22C}" srcOrd="0" destOrd="0" presId="urn:microsoft.com/office/officeart/2005/8/layout/hierarchy1"/>
    <dgm:cxn modelId="{97211784-9BBD-894F-BC32-96E461A7E48D}" type="presOf" srcId="{CA6D5248-C169-434D-96FC-6A59C8523F4F}" destId="{CF317ED4-01EF-1141-AC3E-56960BCAD298}" srcOrd="0" destOrd="0" presId="urn:microsoft.com/office/officeart/2005/8/layout/hierarchy1"/>
    <dgm:cxn modelId="{BC31B1DA-11FF-4FFE-81AB-E2959CECDF93}" srcId="{13970246-87BC-4E92-97BD-A82EB384B132}" destId="{CA6D5248-C169-434D-96FC-6A59C8523F4F}" srcOrd="0" destOrd="0" parTransId="{9272E5E4-2BDB-434E-AE26-DCC55FA0C2D4}" sibTransId="{86BA517C-A796-4D12-93AD-0C8CE91701FD}"/>
    <dgm:cxn modelId="{94CD8347-0CED-6D4F-AFC7-53584FB4BC07}" type="presParOf" srcId="{DADE66B6-A740-544F-9FE4-CD82C0C8B22C}" destId="{9E1DA777-3C60-2F4D-9B6E-73B0B5C71B8A}" srcOrd="0" destOrd="0" presId="urn:microsoft.com/office/officeart/2005/8/layout/hierarchy1"/>
    <dgm:cxn modelId="{4987B8BC-22E5-0B42-BD2E-AF2811279B78}" type="presParOf" srcId="{9E1DA777-3C60-2F4D-9B6E-73B0B5C71B8A}" destId="{30B5A964-A1AA-8446-BE05-81ED15C7F3A0}" srcOrd="0" destOrd="0" presId="urn:microsoft.com/office/officeart/2005/8/layout/hierarchy1"/>
    <dgm:cxn modelId="{DDA3B207-684D-B540-A391-40E9FBAA7BCC}" type="presParOf" srcId="{30B5A964-A1AA-8446-BE05-81ED15C7F3A0}" destId="{A8DB898F-C8D3-5248-9009-60FF21CDE84E}" srcOrd="0" destOrd="0" presId="urn:microsoft.com/office/officeart/2005/8/layout/hierarchy1"/>
    <dgm:cxn modelId="{CBCE82A5-866C-6647-965F-8363F3B9E541}" type="presParOf" srcId="{30B5A964-A1AA-8446-BE05-81ED15C7F3A0}" destId="{CF317ED4-01EF-1141-AC3E-56960BCAD298}" srcOrd="1" destOrd="0" presId="urn:microsoft.com/office/officeart/2005/8/layout/hierarchy1"/>
    <dgm:cxn modelId="{0F4ED21B-6B08-0849-A2D5-99A6FB4A6431}" type="presParOf" srcId="{9E1DA777-3C60-2F4D-9B6E-73B0B5C71B8A}" destId="{5E512D68-5D98-7240-AC0D-F43290BAD11F}" srcOrd="1" destOrd="0" presId="urn:microsoft.com/office/officeart/2005/8/layout/hierarchy1"/>
    <dgm:cxn modelId="{2F7DC33A-FF1E-0B4B-8ABB-D7030116AD58}" type="presParOf" srcId="{DADE66B6-A740-544F-9FE4-CD82C0C8B22C}" destId="{D1FAAB9D-D5E8-1A41-9E07-F03224810D17}" srcOrd="1" destOrd="0" presId="urn:microsoft.com/office/officeart/2005/8/layout/hierarchy1"/>
    <dgm:cxn modelId="{38B6A1D2-FFBA-634B-836F-54F630828224}" type="presParOf" srcId="{D1FAAB9D-D5E8-1A41-9E07-F03224810D17}" destId="{51FB4B82-C647-BA4D-B520-E748F56BB9F6}" srcOrd="0" destOrd="0" presId="urn:microsoft.com/office/officeart/2005/8/layout/hierarchy1"/>
    <dgm:cxn modelId="{B81AD66B-F50C-584D-B364-FEB6E00B40C8}" type="presParOf" srcId="{51FB4B82-C647-BA4D-B520-E748F56BB9F6}" destId="{94E483D2-48DC-114C-9C72-D7A4031B41D1}" srcOrd="0" destOrd="0" presId="urn:microsoft.com/office/officeart/2005/8/layout/hierarchy1"/>
    <dgm:cxn modelId="{91BF7758-BF49-E94E-9ABF-BB811D00E861}" type="presParOf" srcId="{51FB4B82-C647-BA4D-B520-E748F56BB9F6}" destId="{428B8E36-B208-674B-A803-6F76EC12897D}" srcOrd="1" destOrd="0" presId="urn:microsoft.com/office/officeart/2005/8/layout/hierarchy1"/>
    <dgm:cxn modelId="{B82D4E0D-F430-4646-AC88-D19A908BDE96}" type="presParOf" srcId="{D1FAAB9D-D5E8-1A41-9E07-F03224810D17}" destId="{26846435-360B-714E-8234-3829E6CB83B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D878FE1-EBAC-48ED-9A59-833E13FEBC73}" type="doc">
      <dgm:prSet loTypeId="urn:microsoft.com/office/officeart/2018/2/layout/IconLabelList" loCatId="icon" qsTypeId="urn:microsoft.com/office/officeart/2005/8/quickstyle/simple1#2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669FE08-1AF3-40B0-8E24-0A3DE79518B3}">
      <dgm:prSet/>
      <dgm:spPr/>
      <dgm:t>
        <a:bodyPr/>
        <a:lstStyle/>
        <a:p>
          <a:r>
            <a:rPr lang="en-US"/>
            <a:t>Standard ANNs flatten images and lose spatial layout.</a:t>
          </a:r>
        </a:p>
      </dgm:t>
    </dgm:pt>
    <dgm:pt modelId="{11EFFD74-3D12-4322-8E3A-F6D38C8055A5}" type="parTrans" cxnId="{0730F5FB-BEF4-4CE6-8421-A764F72F73D1}">
      <dgm:prSet/>
      <dgm:spPr/>
      <dgm:t>
        <a:bodyPr/>
        <a:lstStyle/>
        <a:p>
          <a:endParaRPr lang="en-US"/>
        </a:p>
      </dgm:t>
    </dgm:pt>
    <dgm:pt modelId="{594AEBB4-E8D6-4E0A-8F90-1DBDD8E2D018}" type="sibTrans" cxnId="{0730F5FB-BEF4-4CE6-8421-A764F72F73D1}">
      <dgm:prSet/>
      <dgm:spPr/>
      <dgm:t>
        <a:bodyPr/>
        <a:lstStyle/>
        <a:p>
          <a:endParaRPr lang="en-US"/>
        </a:p>
      </dgm:t>
    </dgm:pt>
    <dgm:pt modelId="{3F0002E5-3960-4D6B-B543-B831244D78F1}">
      <dgm:prSet/>
      <dgm:spPr/>
      <dgm:t>
        <a:bodyPr/>
        <a:lstStyle/>
        <a:p>
          <a:r>
            <a:rPr lang="en-US"/>
            <a:t>CNNs use sliding Kernels (filters) to detect edges and shapes.</a:t>
          </a:r>
        </a:p>
      </dgm:t>
    </dgm:pt>
    <dgm:pt modelId="{D71BDDCC-E8DA-4C06-A758-2D3589ED9867}" type="parTrans" cxnId="{7BE86E33-4F81-4D5E-9E0D-2811A524FE48}">
      <dgm:prSet/>
      <dgm:spPr/>
      <dgm:t>
        <a:bodyPr/>
        <a:lstStyle/>
        <a:p>
          <a:endParaRPr lang="en-US"/>
        </a:p>
      </dgm:t>
    </dgm:pt>
    <dgm:pt modelId="{0A8DE367-70A6-47DC-B14E-1911208F0EB9}" type="sibTrans" cxnId="{7BE86E33-4F81-4D5E-9E0D-2811A524FE48}">
      <dgm:prSet/>
      <dgm:spPr/>
      <dgm:t>
        <a:bodyPr/>
        <a:lstStyle/>
        <a:p>
          <a:endParaRPr lang="en-US"/>
        </a:p>
      </dgm:t>
    </dgm:pt>
    <dgm:pt modelId="{59D20AF8-678E-4D04-84F4-4EF46C7719DB}">
      <dgm:prSet/>
      <dgm:spPr/>
      <dgm:t>
        <a:bodyPr/>
        <a:lstStyle/>
        <a:p>
          <a:r>
            <a:rPr lang="en-US"/>
            <a:t>Pooling layers reduce computational size.</a:t>
          </a:r>
        </a:p>
      </dgm:t>
    </dgm:pt>
    <dgm:pt modelId="{264A05AC-8705-447A-87A6-539848F754F6}" type="parTrans" cxnId="{CE021493-539E-4A60-9249-8517BB582D11}">
      <dgm:prSet/>
      <dgm:spPr/>
      <dgm:t>
        <a:bodyPr/>
        <a:lstStyle/>
        <a:p>
          <a:endParaRPr lang="en-US"/>
        </a:p>
      </dgm:t>
    </dgm:pt>
    <dgm:pt modelId="{7C1FE6E4-808E-4A04-B664-CA627B9D7BA1}" type="sibTrans" cxnId="{CE021493-539E-4A60-9249-8517BB582D11}">
      <dgm:prSet/>
      <dgm:spPr/>
      <dgm:t>
        <a:bodyPr/>
        <a:lstStyle/>
        <a:p>
          <a:endParaRPr lang="en-US"/>
        </a:p>
      </dgm:t>
    </dgm:pt>
    <dgm:pt modelId="{7D52BC02-8A14-4977-B07D-12808B906689}" type="pres">
      <dgm:prSet presAssocID="{FD878FE1-EBAC-48ED-9A59-833E13FEBC73}" presName="root" presStyleCnt="0">
        <dgm:presLayoutVars>
          <dgm:dir/>
          <dgm:resizeHandles val="exact"/>
        </dgm:presLayoutVars>
      </dgm:prSet>
      <dgm:spPr/>
    </dgm:pt>
    <dgm:pt modelId="{6A534C19-2D7C-40BC-AD01-A1DC164724EF}" type="pres">
      <dgm:prSet presAssocID="{5669FE08-1AF3-40B0-8E24-0A3DE79518B3}" presName="compNode" presStyleCnt="0"/>
      <dgm:spPr/>
    </dgm:pt>
    <dgm:pt modelId="{887A547B-370E-4318-87A8-6D4B08BEEFE5}" type="pres">
      <dgm:prSet presAssocID="{5669FE08-1AF3-40B0-8E24-0A3DE79518B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D12E605-2C25-4BBC-8504-3F878389D11F}" type="pres">
      <dgm:prSet presAssocID="{5669FE08-1AF3-40B0-8E24-0A3DE79518B3}" presName="spaceRect" presStyleCnt="0"/>
      <dgm:spPr/>
    </dgm:pt>
    <dgm:pt modelId="{7C2BD80A-825E-44E0-A81B-3EFB7E6F427F}" type="pres">
      <dgm:prSet presAssocID="{5669FE08-1AF3-40B0-8E24-0A3DE79518B3}" presName="textRect" presStyleLbl="revTx" presStyleIdx="0" presStyleCnt="3">
        <dgm:presLayoutVars>
          <dgm:chMax val="1"/>
          <dgm:chPref val="1"/>
        </dgm:presLayoutVars>
      </dgm:prSet>
      <dgm:spPr/>
    </dgm:pt>
    <dgm:pt modelId="{E857B6CB-8375-4B74-B12C-B610FC85AB78}" type="pres">
      <dgm:prSet presAssocID="{594AEBB4-E8D6-4E0A-8F90-1DBDD8E2D018}" presName="sibTrans" presStyleCnt="0"/>
      <dgm:spPr/>
    </dgm:pt>
    <dgm:pt modelId="{606CB60B-D3B3-4D86-9CC9-41F55EC80C96}" type="pres">
      <dgm:prSet presAssocID="{3F0002E5-3960-4D6B-B543-B831244D78F1}" presName="compNode" presStyleCnt="0"/>
      <dgm:spPr/>
    </dgm:pt>
    <dgm:pt modelId="{5E0277BF-DF3B-447D-8F4D-E88E0299A176}" type="pres">
      <dgm:prSet presAssocID="{3F0002E5-3960-4D6B-B543-B831244D78F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98F1654-EC13-4629-8ECE-04F64FE7C262}" type="pres">
      <dgm:prSet presAssocID="{3F0002E5-3960-4D6B-B543-B831244D78F1}" presName="spaceRect" presStyleCnt="0"/>
      <dgm:spPr/>
    </dgm:pt>
    <dgm:pt modelId="{4C4A4512-8458-47AF-A469-2DB25CEED245}" type="pres">
      <dgm:prSet presAssocID="{3F0002E5-3960-4D6B-B543-B831244D78F1}" presName="textRect" presStyleLbl="revTx" presStyleIdx="1" presStyleCnt="3">
        <dgm:presLayoutVars>
          <dgm:chMax val="1"/>
          <dgm:chPref val="1"/>
        </dgm:presLayoutVars>
      </dgm:prSet>
      <dgm:spPr/>
    </dgm:pt>
    <dgm:pt modelId="{00748565-562E-4673-9B6A-EE1DDB4476B4}" type="pres">
      <dgm:prSet presAssocID="{0A8DE367-70A6-47DC-B14E-1911208F0EB9}" presName="sibTrans" presStyleCnt="0"/>
      <dgm:spPr/>
    </dgm:pt>
    <dgm:pt modelId="{86A339C0-D721-4FEC-A1EB-AA3AE917D9D5}" type="pres">
      <dgm:prSet presAssocID="{59D20AF8-678E-4D04-84F4-4EF46C7719DB}" presName="compNode" presStyleCnt="0"/>
      <dgm:spPr/>
    </dgm:pt>
    <dgm:pt modelId="{52FBB18E-63DC-49E0-BB84-AAA2957FD921}" type="pres">
      <dgm:prSet presAssocID="{59D20AF8-678E-4D04-84F4-4EF46C7719D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C85186E-6E12-4341-BBF8-D829C52CCA3C}" type="pres">
      <dgm:prSet presAssocID="{59D20AF8-678E-4D04-84F4-4EF46C7719DB}" presName="spaceRect" presStyleCnt="0"/>
      <dgm:spPr/>
    </dgm:pt>
    <dgm:pt modelId="{482C2A2A-5AF4-4E1A-A08D-D7F1FB98FE17}" type="pres">
      <dgm:prSet presAssocID="{59D20AF8-678E-4D04-84F4-4EF46C7719D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41AFB05-7856-46D4-849B-3AF28A3533B5}" type="presOf" srcId="{5669FE08-1AF3-40B0-8E24-0A3DE79518B3}" destId="{7C2BD80A-825E-44E0-A81B-3EFB7E6F427F}" srcOrd="0" destOrd="0" presId="urn:microsoft.com/office/officeart/2018/2/layout/IconLabelList"/>
    <dgm:cxn modelId="{7BE86E33-4F81-4D5E-9E0D-2811A524FE48}" srcId="{FD878FE1-EBAC-48ED-9A59-833E13FEBC73}" destId="{3F0002E5-3960-4D6B-B543-B831244D78F1}" srcOrd="1" destOrd="0" parTransId="{D71BDDCC-E8DA-4C06-A758-2D3589ED9867}" sibTransId="{0A8DE367-70A6-47DC-B14E-1911208F0EB9}"/>
    <dgm:cxn modelId="{31ABA645-5372-4AE3-8469-4339322459B6}" type="presOf" srcId="{3F0002E5-3960-4D6B-B543-B831244D78F1}" destId="{4C4A4512-8458-47AF-A469-2DB25CEED245}" srcOrd="0" destOrd="0" presId="urn:microsoft.com/office/officeart/2018/2/layout/IconLabelList"/>
    <dgm:cxn modelId="{1F41AC88-8E7A-4D49-9D17-3CB6365BBEF2}" type="presOf" srcId="{FD878FE1-EBAC-48ED-9A59-833E13FEBC73}" destId="{7D52BC02-8A14-4977-B07D-12808B906689}" srcOrd="0" destOrd="0" presId="urn:microsoft.com/office/officeart/2018/2/layout/IconLabelList"/>
    <dgm:cxn modelId="{CE021493-539E-4A60-9249-8517BB582D11}" srcId="{FD878FE1-EBAC-48ED-9A59-833E13FEBC73}" destId="{59D20AF8-678E-4D04-84F4-4EF46C7719DB}" srcOrd="2" destOrd="0" parTransId="{264A05AC-8705-447A-87A6-539848F754F6}" sibTransId="{7C1FE6E4-808E-4A04-B664-CA627B9D7BA1}"/>
    <dgm:cxn modelId="{F913F6D0-0006-4196-A8A5-24D0373EC40D}" type="presOf" srcId="{59D20AF8-678E-4D04-84F4-4EF46C7719DB}" destId="{482C2A2A-5AF4-4E1A-A08D-D7F1FB98FE17}" srcOrd="0" destOrd="0" presId="urn:microsoft.com/office/officeart/2018/2/layout/IconLabelList"/>
    <dgm:cxn modelId="{0730F5FB-BEF4-4CE6-8421-A764F72F73D1}" srcId="{FD878FE1-EBAC-48ED-9A59-833E13FEBC73}" destId="{5669FE08-1AF3-40B0-8E24-0A3DE79518B3}" srcOrd="0" destOrd="0" parTransId="{11EFFD74-3D12-4322-8E3A-F6D38C8055A5}" sibTransId="{594AEBB4-E8D6-4E0A-8F90-1DBDD8E2D018}"/>
    <dgm:cxn modelId="{74548DF0-794E-47DC-9197-E6FA9A2FDC00}" type="presParOf" srcId="{7D52BC02-8A14-4977-B07D-12808B906689}" destId="{6A534C19-2D7C-40BC-AD01-A1DC164724EF}" srcOrd="0" destOrd="0" presId="urn:microsoft.com/office/officeart/2018/2/layout/IconLabelList"/>
    <dgm:cxn modelId="{4F8A6BB6-54CD-47A1-A0BB-7A9B807ACEC1}" type="presParOf" srcId="{6A534C19-2D7C-40BC-AD01-A1DC164724EF}" destId="{887A547B-370E-4318-87A8-6D4B08BEEFE5}" srcOrd="0" destOrd="0" presId="urn:microsoft.com/office/officeart/2018/2/layout/IconLabelList"/>
    <dgm:cxn modelId="{A4DB53E1-93B7-476A-94DA-B266F1496C1C}" type="presParOf" srcId="{6A534C19-2D7C-40BC-AD01-A1DC164724EF}" destId="{DD12E605-2C25-4BBC-8504-3F878389D11F}" srcOrd="1" destOrd="0" presId="urn:microsoft.com/office/officeart/2018/2/layout/IconLabelList"/>
    <dgm:cxn modelId="{73AA7E22-87AE-4A76-ADD4-228C7D501860}" type="presParOf" srcId="{6A534C19-2D7C-40BC-AD01-A1DC164724EF}" destId="{7C2BD80A-825E-44E0-A81B-3EFB7E6F427F}" srcOrd="2" destOrd="0" presId="urn:microsoft.com/office/officeart/2018/2/layout/IconLabelList"/>
    <dgm:cxn modelId="{BCECEFD7-0500-41C5-9657-8F48AE1749E1}" type="presParOf" srcId="{7D52BC02-8A14-4977-B07D-12808B906689}" destId="{E857B6CB-8375-4B74-B12C-B610FC85AB78}" srcOrd="1" destOrd="0" presId="urn:microsoft.com/office/officeart/2018/2/layout/IconLabelList"/>
    <dgm:cxn modelId="{53B21635-1482-477B-8122-9FA704E81A1C}" type="presParOf" srcId="{7D52BC02-8A14-4977-B07D-12808B906689}" destId="{606CB60B-D3B3-4D86-9CC9-41F55EC80C96}" srcOrd="2" destOrd="0" presId="urn:microsoft.com/office/officeart/2018/2/layout/IconLabelList"/>
    <dgm:cxn modelId="{1189BD1B-B718-4363-8D14-5DFBC5EB147A}" type="presParOf" srcId="{606CB60B-D3B3-4D86-9CC9-41F55EC80C96}" destId="{5E0277BF-DF3B-447D-8F4D-E88E0299A176}" srcOrd="0" destOrd="0" presId="urn:microsoft.com/office/officeart/2018/2/layout/IconLabelList"/>
    <dgm:cxn modelId="{EDDB5AEE-B9D5-4E9A-A6B5-E34AD38092A3}" type="presParOf" srcId="{606CB60B-D3B3-4D86-9CC9-41F55EC80C96}" destId="{598F1654-EC13-4629-8ECE-04F64FE7C262}" srcOrd="1" destOrd="0" presId="urn:microsoft.com/office/officeart/2018/2/layout/IconLabelList"/>
    <dgm:cxn modelId="{AF6E6E09-1927-4853-894E-39C67BC17FBF}" type="presParOf" srcId="{606CB60B-D3B3-4D86-9CC9-41F55EC80C96}" destId="{4C4A4512-8458-47AF-A469-2DB25CEED245}" srcOrd="2" destOrd="0" presId="urn:microsoft.com/office/officeart/2018/2/layout/IconLabelList"/>
    <dgm:cxn modelId="{36123066-F1BD-4082-A02C-B86C1854342B}" type="presParOf" srcId="{7D52BC02-8A14-4977-B07D-12808B906689}" destId="{00748565-562E-4673-9B6A-EE1DDB4476B4}" srcOrd="3" destOrd="0" presId="urn:microsoft.com/office/officeart/2018/2/layout/IconLabelList"/>
    <dgm:cxn modelId="{ABDA7E67-2E9A-414F-8B35-7EE38C83C06B}" type="presParOf" srcId="{7D52BC02-8A14-4977-B07D-12808B906689}" destId="{86A339C0-D721-4FEC-A1EB-AA3AE917D9D5}" srcOrd="4" destOrd="0" presId="urn:microsoft.com/office/officeart/2018/2/layout/IconLabelList"/>
    <dgm:cxn modelId="{BF26257C-6293-491C-B842-A960401C4B8D}" type="presParOf" srcId="{86A339C0-D721-4FEC-A1EB-AA3AE917D9D5}" destId="{52FBB18E-63DC-49E0-BB84-AAA2957FD921}" srcOrd="0" destOrd="0" presId="urn:microsoft.com/office/officeart/2018/2/layout/IconLabelList"/>
    <dgm:cxn modelId="{5AB2ED86-BE78-497A-B93D-3356298A9867}" type="presParOf" srcId="{86A339C0-D721-4FEC-A1EB-AA3AE917D9D5}" destId="{AC85186E-6E12-4341-BBF8-D829C52CCA3C}" srcOrd="1" destOrd="0" presId="urn:microsoft.com/office/officeart/2018/2/layout/IconLabelList"/>
    <dgm:cxn modelId="{6AB508F0-169C-4A59-94D3-8158CE962533}" type="presParOf" srcId="{86A339C0-D721-4FEC-A1EB-AA3AE917D9D5}" destId="{482C2A2A-5AF4-4E1A-A08D-D7F1FB98FE1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DA0B56-60D0-4DBA-91F4-4242B019940A}" type="doc">
      <dgm:prSet loTypeId="urn:microsoft.com/office/officeart/2005/8/layout/hierarchy1" loCatId="hierarchy" qsTypeId="urn:microsoft.com/office/officeart/2005/8/quickstyle/simple1#3" qsCatId="simple" csTypeId="urn:microsoft.com/office/officeart/2005/8/colors/colorful2#2" csCatId="colorful"/>
      <dgm:spPr/>
      <dgm:t>
        <a:bodyPr/>
        <a:lstStyle/>
        <a:p>
          <a:endParaRPr lang="en-US"/>
        </a:p>
      </dgm:t>
    </dgm:pt>
    <dgm:pt modelId="{A94848C2-E172-499F-8541-DDDD0AABF6F6}">
      <dgm:prSet/>
      <dgm:spPr/>
      <dgm:t>
        <a:bodyPr/>
        <a:lstStyle/>
        <a:p>
          <a:r>
            <a:rPr lang="en-US"/>
            <a:t>RNNs handle sequential data like video frames.</a:t>
          </a:r>
        </a:p>
      </dgm:t>
    </dgm:pt>
    <dgm:pt modelId="{4EACA757-EF2F-4AAC-A6DD-756EC4F550D5}" type="parTrans" cxnId="{2707D7FB-5741-410A-87A5-5C81B4B63DB7}">
      <dgm:prSet/>
      <dgm:spPr/>
      <dgm:t>
        <a:bodyPr/>
        <a:lstStyle/>
        <a:p>
          <a:endParaRPr lang="en-US"/>
        </a:p>
      </dgm:t>
    </dgm:pt>
    <dgm:pt modelId="{08F46900-5E73-48E5-BEC8-58A64BFE0A8D}" type="sibTrans" cxnId="{2707D7FB-5741-410A-87A5-5C81B4B63DB7}">
      <dgm:prSet/>
      <dgm:spPr/>
      <dgm:t>
        <a:bodyPr/>
        <a:lstStyle/>
        <a:p>
          <a:endParaRPr lang="en-US"/>
        </a:p>
      </dgm:t>
    </dgm:pt>
    <dgm:pt modelId="{D6A5A563-1AAA-4ECC-A1D4-085F82B19D17}">
      <dgm:prSet/>
      <dgm:spPr/>
      <dgm:t>
        <a:bodyPr/>
        <a:lstStyle/>
        <a:p>
          <a:r>
            <a:rPr lang="en-US"/>
            <a:t>YOLO (You Only Look Once) revolutionized computer vision by processing whole images in a single fast pass.</a:t>
          </a:r>
        </a:p>
      </dgm:t>
    </dgm:pt>
    <dgm:pt modelId="{2B344018-E3F5-4B97-8784-5D173C7B08E3}" type="parTrans" cxnId="{4EDAC99B-CE8A-45AE-BD74-FEE155CCABE1}">
      <dgm:prSet/>
      <dgm:spPr/>
      <dgm:t>
        <a:bodyPr/>
        <a:lstStyle/>
        <a:p>
          <a:endParaRPr lang="en-US"/>
        </a:p>
      </dgm:t>
    </dgm:pt>
    <dgm:pt modelId="{1D11C1C8-22FD-4288-8778-64B538E2A0EB}" type="sibTrans" cxnId="{4EDAC99B-CE8A-45AE-BD74-FEE155CCABE1}">
      <dgm:prSet/>
      <dgm:spPr/>
      <dgm:t>
        <a:bodyPr/>
        <a:lstStyle/>
        <a:p>
          <a:endParaRPr lang="en-US"/>
        </a:p>
      </dgm:t>
    </dgm:pt>
    <dgm:pt modelId="{5179E1F7-C565-144A-8240-2A635050A107}" type="pres">
      <dgm:prSet presAssocID="{A1DA0B56-60D0-4DBA-91F4-4242B019940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953FA3C-E2E7-464F-9D29-777013DC5FC0}" type="pres">
      <dgm:prSet presAssocID="{A94848C2-E172-499F-8541-DDDD0AABF6F6}" presName="hierRoot1" presStyleCnt="0"/>
      <dgm:spPr/>
    </dgm:pt>
    <dgm:pt modelId="{CDB100E4-EC28-8C45-B15F-9826F936AE89}" type="pres">
      <dgm:prSet presAssocID="{A94848C2-E172-499F-8541-DDDD0AABF6F6}" presName="composite" presStyleCnt="0"/>
      <dgm:spPr/>
    </dgm:pt>
    <dgm:pt modelId="{EDC968DC-026C-7E47-9492-5DC1867002E7}" type="pres">
      <dgm:prSet presAssocID="{A94848C2-E172-499F-8541-DDDD0AABF6F6}" presName="background" presStyleLbl="node0" presStyleIdx="0" presStyleCnt="2"/>
      <dgm:spPr/>
    </dgm:pt>
    <dgm:pt modelId="{84798256-B85F-B14D-A358-771F46F13AC9}" type="pres">
      <dgm:prSet presAssocID="{A94848C2-E172-499F-8541-DDDD0AABF6F6}" presName="text" presStyleLbl="fgAcc0" presStyleIdx="0" presStyleCnt="2">
        <dgm:presLayoutVars>
          <dgm:chPref val="3"/>
        </dgm:presLayoutVars>
      </dgm:prSet>
      <dgm:spPr/>
    </dgm:pt>
    <dgm:pt modelId="{D55205DB-ECB9-D947-8875-6E141F87ABD6}" type="pres">
      <dgm:prSet presAssocID="{A94848C2-E172-499F-8541-DDDD0AABF6F6}" presName="hierChild2" presStyleCnt="0"/>
      <dgm:spPr/>
    </dgm:pt>
    <dgm:pt modelId="{7F4AD5EA-D738-224D-A332-5CC4151A589C}" type="pres">
      <dgm:prSet presAssocID="{D6A5A563-1AAA-4ECC-A1D4-085F82B19D17}" presName="hierRoot1" presStyleCnt="0"/>
      <dgm:spPr/>
    </dgm:pt>
    <dgm:pt modelId="{C576EB69-1468-5E44-8945-819B777124E5}" type="pres">
      <dgm:prSet presAssocID="{D6A5A563-1AAA-4ECC-A1D4-085F82B19D17}" presName="composite" presStyleCnt="0"/>
      <dgm:spPr/>
    </dgm:pt>
    <dgm:pt modelId="{8948C692-5945-4448-A799-DAC22A693495}" type="pres">
      <dgm:prSet presAssocID="{D6A5A563-1AAA-4ECC-A1D4-085F82B19D17}" presName="background" presStyleLbl="node0" presStyleIdx="1" presStyleCnt="2"/>
      <dgm:spPr/>
    </dgm:pt>
    <dgm:pt modelId="{A0F784BE-B012-8A41-BEE3-C24E18A443FC}" type="pres">
      <dgm:prSet presAssocID="{D6A5A563-1AAA-4ECC-A1D4-085F82B19D17}" presName="text" presStyleLbl="fgAcc0" presStyleIdx="1" presStyleCnt="2">
        <dgm:presLayoutVars>
          <dgm:chPref val="3"/>
        </dgm:presLayoutVars>
      </dgm:prSet>
      <dgm:spPr/>
    </dgm:pt>
    <dgm:pt modelId="{8BF9A94C-228B-6F4E-B151-06062A4705B0}" type="pres">
      <dgm:prSet presAssocID="{D6A5A563-1AAA-4ECC-A1D4-085F82B19D17}" presName="hierChild2" presStyleCnt="0"/>
      <dgm:spPr/>
    </dgm:pt>
  </dgm:ptLst>
  <dgm:cxnLst>
    <dgm:cxn modelId="{91736826-17CA-9C42-BD67-31EF7BA72483}" type="presOf" srcId="{A1DA0B56-60D0-4DBA-91F4-4242B019940A}" destId="{5179E1F7-C565-144A-8240-2A635050A107}" srcOrd="0" destOrd="0" presId="urn:microsoft.com/office/officeart/2005/8/layout/hierarchy1"/>
    <dgm:cxn modelId="{B4C65651-124D-0741-92F1-3FC233AAEB8F}" type="presOf" srcId="{D6A5A563-1AAA-4ECC-A1D4-085F82B19D17}" destId="{A0F784BE-B012-8A41-BEE3-C24E18A443FC}" srcOrd="0" destOrd="0" presId="urn:microsoft.com/office/officeart/2005/8/layout/hierarchy1"/>
    <dgm:cxn modelId="{13325A8A-1329-DD46-B6AD-71E26586D59F}" type="presOf" srcId="{A94848C2-E172-499F-8541-DDDD0AABF6F6}" destId="{84798256-B85F-B14D-A358-771F46F13AC9}" srcOrd="0" destOrd="0" presId="urn:microsoft.com/office/officeart/2005/8/layout/hierarchy1"/>
    <dgm:cxn modelId="{4EDAC99B-CE8A-45AE-BD74-FEE155CCABE1}" srcId="{A1DA0B56-60D0-4DBA-91F4-4242B019940A}" destId="{D6A5A563-1AAA-4ECC-A1D4-085F82B19D17}" srcOrd="1" destOrd="0" parTransId="{2B344018-E3F5-4B97-8784-5D173C7B08E3}" sibTransId="{1D11C1C8-22FD-4288-8778-64B538E2A0EB}"/>
    <dgm:cxn modelId="{2707D7FB-5741-410A-87A5-5C81B4B63DB7}" srcId="{A1DA0B56-60D0-4DBA-91F4-4242B019940A}" destId="{A94848C2-E172-499F-8541-DDDD0AABF6F6}" srcOrd="0" destOrd="0" parTransId="{4EACA757-EF2F-4AAC-A6DD-756EC4F550D5}" sibTransId="{08F46900-5E73-48E5-BEC8-58A64BFE0A8D}"/>
    <dgm:cxn modelId="{E6ECAC04-8C80-DF48-A5AE-CF0B043BBD45}" type="presParOf" srcId="{5179E1F7-C565-144A-8240-2A635050A107}" destId="{F953FA3C-E2E7-464F-9D29-777013DC5FC0}" srcOrd="0" destOrd="0" presId="urn:microsoft.com/office/officeart/2005/8/layout/hierarchy1"/>
    <dgm:cxn modelId="{C54E58E0-CE5D-7644-8853-F025422AD756}" type="presParOf" srcId="{F953FA3C-E2E7-464F-9D29-777013DC5FC0}" destId="{CDB100E4-EC28-8C45-B15F-9826F936AE89}" srcOrd="0" destOrd="0" presId="urn:microsoft.com/office/officeart/2005/8/layout/hierarchy1"/>
    <dgm:cxn modelId="{257B7B3D-571B-744A-BBCA-8778318F7240}" type="presParOf" srcId="{CDB100E4-EC28-8C45-B15F-9826F936AE89}" destId="{EDC968DC-026C-7E47-9492-5DC1867002E7}" srcOrd="0" destOrd="0" presId="urn:microsoft.com/office/officeart/2005/8/layout/hierarchy1"/>
    <dgm:cxn modelId="{30E441E3-A48C-6247-83CC-B2F93334E0B4}" type="presParOf" srcId="{CDB100E4-EC28-8C45-B15F-9826F936AE89}" destId="{84798256-B85F-B14D-A358-771F46F13AC9}" srcOrd="1" destOrd="0" presId="urn:microsoft.com/office/officeart/2005/8/layout/hierarchy1"/>
    <dgm:cxn modelId="{B61C20DC-5D49-C44D-814E-F6C189FF55D3}" type="presParOf" srcId="{F953FA3C-E2E7-464F-9D29-777013DC5FC0}" destId="{D55205DB-ECB9-D947-8875-6E141F87ABD6}" srcOrd="1" destOrd="0" presId="urn:microsoft.com/office/officeart/2005/8/layout/hierarchy1"/>
    <dgm:cxn modelId="{C204EBCD-D65A-C84D-918A-ED6975687E13}" type="presParOf" srcId="{5179E1F7-C565-144A-8240-2A635050A107}" destId="{7F4AD5EA-D738-224D-A332-5CC4151A589C}" srcOrd="1" destOrd="0" presId="urn:microsoft.com/office/officeart/2005/8/layout/hierarchy1"/>
    <dgm:cxn modelId="{590B4F40-5526-294C-976F-6D21010A918D}" type="presParOf" srcId="{7F4AD5EA-D738-224D-A332-5CC4151A589C}" destId="{C576EB69-1468-5E44-8945-819B777124E5}" srcOrd="0" destOrd="0" presId="urn:microsoft.com/office/officeart/2005/8/layout/hierarchy1"/>
    <dgm:cxn modelId="{A9F044ED-06B1-224D-8843-C7A7D1B7295F}" type="presParOf" srcId="{C576EB69-1468-5E44-8945-819B777124E5}" destId="{8948C692-5945-4448-A799-DAC22A693495}" srcOrd="0" destOrd="0" presId="urn:microsoft.com/office/officeart/2005/8/layout/hierarchy1"/>
    <dgm:cxn modelId="{7D65FF4F-94F0-754E-B41D-23CE61286873}" type="presParOf" srcId="{C576EB69-1468-5E44-8945-819B777124E5}" destId="{A0F784BE-B012-8A41-BEE3-C24E18A443FC}" srcOrd="1" destOrd="0" presId="urn:microsoft.com/office/officeart/2005/8/layout/hierarchy1"/>
    <dgm:cxn modelId="{33A60133-5519-C442-B44C-6991F2411310}" type="presParOf" srcId="{7F4AD5EA-D738-224D-A332-5CC4151A589C}" destId="{8BF9A94C-228B-6F4E-B151-06062A4705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18EC95-66E0-42DE-8591-7FAE78678277}" type="doc">
      <dgm:prSet loTypeId="urn:microsoft.com/office/officeart/2018/2/layout/IconLabelList" loCatId="icon" qsTypeId="urn:microsoft.com/office/officeart/2005/8/quickstyle/simple1#4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4A56976-9F9A-4D9B-88A3-0CA4B54BEF95}">
      <dgm:prSet/>
      <dgm:spPr/>
      <dgm:t>
        <a:bodyPr/>
        <a:lstStyle/>
        <a:p>
          <a:r>
            <a:rPr lang="en-US"/>
            <a:t>Automated license plate recognition and pedestrian tracking.</a:t>
          </a:r>
        </a:p>
      </dgm:t>
    </dgm:pt>
    <dgm:pt modelId="{ED8A1999-5781-46AE-96A4-B87BB5FB1F93}" type="parTrans" cxnId="{BF17E282-9F5B-4FF9-89DF-541334B5AEDE}">
      <dgm:prSet/>
      <dgm:spPr/>
      <dgm:t>
        <a:bodyPr/>
        <a:lstStyle/>
        <a:p>
          <a:endParaRPr lang="en-US"/>
        </a:p>
      </dgm:t>
    </dgm:pt>
    <dgm:pt modelId="{E3DA9AF3-A5F2-477F-89FA-17FD9A68C541}" type="sibTrans" cxnId="{BF17E282-9F5B-4FF9-89DF-541334B5AEDE}">
      <dgm:prSet/>
      <dgm:spPr/>
      <dgm:t>
        <a:bodyPr/>
        <a:lstStyle/>
        <a:p>
          <a:endParaRPr lang="en-US"/>
        </a:p>
      </dgm:t>
    </dgm:pt>
    <dgm:pt modelId="{C6E11673-7F1E-4434-8F88-57E71E6884CA}">
      <dgm:prSet/>
      <dgm:spPr/>
      <dgm:t>
        <a:bodyPr/>
        <a:lstStyle/>
        <a:p>
          <a:r>
            <a:rPr lang="en-US"/>
            <a:t>Our App: Real-time emergency vehicle identification to clear intersections.</a:t>
          </a:r>
        </a:p>
      </dgm:t>
    </dgm:pt>
    <dgm:pt modelId="{75D602BB-2FB7-4FFC-8AC5-051C5F79593A}" type="parTrans" cxnId="{373C1FDD-3855-4647-A815-DECAA6EDB0ED}">
      <dgm:prSet/>
      <dgm:spPr/>
      <dgm:t>
        <a:bodyPr/>
        <a:lstStyle/>
        <a:p>
          <a:endParaRPr lang="en-US"/>
        </a:p>
      </dgm:t>
    </dgm:pt>
    <dgm:pt modelId="{3CE1AD48-624E-440E-92E8-BFB13AA89DFD}" type="sibTrans" cxnId="{373C1FDD-3855-4647-A815-DECAA6EDB0ED}">
      <dgm:prSet/>
      <dgm:spPr/>
      <dgm:t>
        <a:bodyPr/>
        <a:lstStyle/>
        <a:p>
          <a:endParaRPr lang="en-US"/>
        </a:p>
      </dgm:t>
    </dgm:pt>
    <dgm:pt modelId="{F0323C31-A4FE-4236-B117-96ADA1C253E2}" type="pres">
      <dgm:prSet presAssocID="{2518EC95-66E0-42DE-8591-7FAE78678277}" presName="root" presStyleCnt="0">
        <dgm:presLayoutVars>
          <dgm:dir/>
          <dgm:resizeHandles val="exact"/>
        </dgm:presLayoutVars>
      </dgm:prSet>
      <dgm:spPr/>
    </dgm:pt>
    <dgm:pt modelId="{22524BFB-B407-4B1F-9094-DEC03A4387DA}" type="pres">
      <dgm:prSet presAssocID="{34A56976-9F9A-4D9B-88A3-0CA4B54BEF95}" presName="compNode" presStyleCnt="0"/>
      <dgm:spPr/>
    </dgm:pt>
    <dgm:pt modelId="{20E298A6-B81A-4E08-8B4F-D09C00ABBBBA}" type="pres">
      <dgm:prSet presAssocID="{34A56976-9F9A-4D9B-88A3-0CA4B54BEF9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way scene"/>
        </a:ext>
      </dgm:extLst>
    </dgm:pt>
    <dgm:pt modelId="{3A7F39B0-36B3-4E55-B5B2-86AE35AECD4B}" type="pres">
      <dgm:prSet presAssocID="{34A56976-9F9A-4D9B-88A3-0CA4B54BEF95}" presName="spaceRect" presStyleCnt="0"/>
      <dgm:spPr/>
    </dgm:pt>
    <dgm:pt modelId="{61C139AF-6D07-4DFD-B170-BB49900A7F19}" type="pres">
      <dgm:prSet presAssocID="{34A56976-9F9A-4D9B-88A3-0CA4B54BEF95}" presName="textRect" presStyleLbl="revTx" presStyleIdx="0" presStyleCnt="2">
        <dgm:presLayoutVars>
          <dgm:chMax val="1"/>
          <dgm:chPref val="1"/>
        </dgm:presLayoutVars>
      </dgm:prSet>
      <dgm:spPr/>
    </dgm:pt>
    <dgm:pt modelId="{1655BA1A-0C6A-441C-9F92-2B03CB7B5683}" type="pres">
      <dgm:prSet presAssocID="{E3DA9AF3-A5F2-477F-89FA-17FD9A68C541}" presName="sibTrans" presStyleCnt="0"/>
      <dgm:spPr/>
    </dgm:pt>
    <dgm:pt modelId="{02FAE2E7-EBE5-4502-8AAB-3876C89A6465}" type="pres">
      <dgm:prSet presAssocID="{C6E11673-7F1E-4434-8F88-57E71E6884CA}" presName="compNode" presStyleCnt="0"/>
      <dgm:spPr/>
    </dgm:pt>
    <dgm:pt modelId="{2B6A1B56-9BEB-4917-821F-9A54E582E1E1}" type="pres">
      <dgm:prSet presAssocID="{C6E11673-7F1E-4434-8F88-57E71E6884C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1E1516A5-AA28-4E1C-9383-2980B223947D}" type="pres">
      <dgm:prSet presAssocID="{C6E11673-7F1E-4434-8F88-57E71E6884CA}" presName="spaceRect" presStyleCnt="0"/>
      <dgm:spPr/>
    </dgm:pt>
    <dgm:pt modelId="{D3818A2D-134D-4591-8DBB-BB8CA19DCBCB}" type="pres">
      <dgm:prSet presAssocID="{C6E11673-7F1E-4434-8F88-57E71E6884C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2B49516-967C-41D0-BFE3-A9C355418337}" type="presOf" srcId="{C6E11673-7F1E-4434-8F88-57E71E6884CA}" destId="{D3818A2D-134D-4591-8DBB-BB8CA19DCBCB}" srcOrd="0" destOrd="0" presId="urn:microsoft.com/office/officeart/2018/2/layout/IconLabelList"/>
    <dgm:cxn modelId="{BF17E282-9F5B-4FF9-89DF-541334B5AEDE}" srcId="{2518EC95-66E0-42DE-8591-7FAE78678277}" destId="{34A56976-9F9A-4D9B-88A3-0CA4B54BEF95}" srcOrd="0" destOrd="0" parTransId="{ED8A1999-5781-46AE-96A4-B87BB5FB1F93}" sibTransId="{E3DA9AF3-A5F2-477F-89FA-17FD9A68C541}"/>
    <dgm:cxn modelId="{14CA8B84-5139-4ED4-AA4F-14D7FF050E62}" type="presOf" srcId="{34A56976-9F9A-4D9B-88A3-0CA4B54BEF95}" destId="{61C139AF-6D07-4DFD-B170-BB49900A7F19}" srcOrd="0" destOrd="0" presId="urn:microsoft.com/office/officeart/2018/2/layout/IconLabelList"/>
    <dgm:cxn modelId="{373C1FDD-3855-4647-A815-DECAA6EDB0ED}" srcId="{2518EC95-66E0-42DE-8591-7FAE78678277}" destId="{C6E11673-7F1E-4434-8F88-57E71E6884CA}" srcOrd="1" destOrd="0" parTransId="{75D602BB-2FB7-4FFC-8AC5-051C5F79593A}" sibTransId="{3CE1AD48-624E-440E-92E8-BFB13AA89DFD}"/>
    <dgm:cxn modelId="{FF2CA1EC-28B0-4CD7-ACC0-BB165EE561F1}" type="presOf" srcId="{2518EC95-66E0-42DE-8591-7FAE78678277}" destId="{F0323C31-A4FE-4236-B117-96ADA1C253E2}" srcOrd="0" destOrd="0" presId="urn:microsoft.com/office/officeart/2018/2/layout/IconLabelList"/>
    <dgm:cxn modelId="{0852A0AD-E863-4A1D-8301-AFA3F61F2728}" type="presParOf" srcId="{F0323C31-A4FE-4236-B117-96ADA1C253E2}" destId="{22524BFB-B407-4B1F-9094-DEC03A4387DA}" srcOrd="0" destOrd="0" presId="urn:microsoft.com/office/officeart/2018/2/layout/IconLabelList"/>
    <dgm:cxn modelId="{E31CCFF8-C601-43D9-94E6-5A8811BDC982}" type="presParOf" srcId="{22524BFB-B407-4B1F-9094-DEC03A4387DA}" destId="{20E298A6-B81A-4E08-8B4F-D09C00ABBBBA}" srcOrd="0" destOrd="0" presId="urn:microsoft.com/office/officeart/2018/2/layout/IconLabelList"/>
    <dgm:cxn modelId="{FA923533-FC8B-471F-83E4-198F70E76FDD}" type="presParOf" srcId="{22524BFB-B407-4B1F-9094-DEC03A4387DA}" destId="{3A7F39B0-36B3-4E55-B5B2-86AE35AECD4B}" srcOrd="1" destOrd="0" presId="urn:microsoft.com/office/officeart/2018/2/layout/IconLabelList"/>
    <dgm:cxn modelId="{7F51E0F6-4678-4A00-975A-3B333DA4340A}" type="presParOf" srcId="{22524BFB-B407-4B1F-9094-DEC03A4387DA}" destId="{61C139AF-6D07-4DFD-B170-BB49900A7F19}" srcOrd="2" destOrd="0" presId="urn:microsoft.com/office/officeart/2018/2/layout/IconLabelList"/>
    <dgm:cxn modelId="{B870B52A-7F16-4F5F-B37F-DCC052EC0E05}" type="presParOf" srcId="{F0323C31-A4FE-4236-B117-96ADA1C253E2}" destId="{1655BA1A-0C6A-441C-9F92-2B03CB7B5683}" srcOrd="1" destOrd="0" presId="urn:microsoft.com/office/officeart/2018/2/layout/IconLabelList"/>
    <dgm:cxn modelId="{D74EAC64-0BA5-49F9-8D6E-218B8BC6C836}" type="presParOf" srcId="{F0323C31-A4FE-4236-B117-96ADA1C253E2}" destId="{02FAE2E7-EBE5-4502-8AAB-3876C89A6465}" srcOrd="2" destOrd="0" presId="urn:microsoft.com/office/officeart/2018/2/layout/IconLabelList"/>
    <dgm:cxn modelId="{85069E99-DD80-47D8-9927-FEC788BB161A}" type="presParOf" srcId="{02FAE2E7-EBE5-4502-8AAB-3876C89A6465}" destId="{2B6A1B56-9BEB-4917-821F-9A54E582E1E1}" srcOrd="0" destOrd="0" presId="urn:microsoft.com/office/officeart/2018/2/layout/IconLabelList"/>
    <dgm:cxn modelId="{F9509789-9279-4B12-8AFD-8DC38E67E661}" type="presParOf" srcId="{02FAE2E7-EBE5-4502-8AAB-3876C89A6465}" destId="{1E1516A5-AA28-4E1C-9383-2980B223947D}" srcOrd="1" destOrd="0" presId="urn:microsoft.com/office/officeart/2018/2/layout/IconLabelList"/>
    <dgm:cxn modelId="{37C5BE26-8143-44C0-A3BC-4EB9EFA163B1}" type="presParOf" srcId="{02FAE2E7-EBE5-4502-8AAB-3876C89A6465}" destId="{D3818A2D-134D-4591-8DBB-BB8CA19DCBC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C5000D-062D-4796-B28D-EBADB33F8DC0}" type="doc">
      <dgm:prSet loTypeId="urn:microsoft.com/office/officeart/2005/8/layout/process4" loCatId="process" qsTypeId="urn:microsoft.com/office/officeart/2005/8/quickstyle/simple4#1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47A1F235-D66F-458E-8988-6F6DEF574050}">
      <dgm:prSet/>
      <dgm:spPr/>
      <dgm:t>
        <a:bodyPr/>
        <a:lstStyle/>
        <a:p>
          <a:r>
            <a:rPr lang="en-US"/>
            <a:t>Intersections cause critical delays for emergency responders.</a:t>
          </a:r>
        </a:p>
      </dgm:t>
    </dgm:pt>
    <dgm:pt modelId="{BDD832AA-531E-4F2F-8CE8-71A28CB79CFE}" type="parTrans" cxnId="{F36B87C2-A312-4E57-95D6-5509C421FD28}">
      <dgm:prSet/>
      <dgm:spPr/>
      <dgm:t>
        <a:bodyPr/>
        <a:lstStyle/>
        <a:p>
          <a:endParaRPr lang="en-US"/>
        </a:p>
      </dgm:t>
    </dgm:pt>
    <dgm:pt modelId="{C3C15CF5-2AB6-431E-BE84-B627539DE284}" type="sibTrans" cxnId="{F36B87C2-A312-4E57-95D6-5509C421FD28}">
      <dgm:prSet/>
      <dgm:spPr/>
      <dgm:t>
        <a:bodyPr/>
        <a:lstStyle/>
        <a:p>
          <a:endParaRPr lang="en-US"/>
        </a:p>
      </dgm:t>
    </dgm:pt>
    <dgm:pt modelId="{C398DAC4-3164-4EAF-86E7-9810518181E7}">
      <dgm:prSet/>
      <dgm:spPr/>
      <dgm:t>
        <a:bodyPr/>
        <a:lstStyle/>
        <a:p>
          <a:r>
            <a:rPr lang="en-US"/>
            <a:t>Traditional acoustic and strobe sensors are flawed and expensive.</a:t>
          </a:r>
        </a:p>
      </dgm:t>
    </dgm:pt>
    <dgm:pt modelId="{A0742C1B-A291-4DAC-B2DC-3E4A66FCAD4A}" type="parTrans" cxnId="{FB2C0E5D-D780-4F46-BAA1-3D5A8D2BE433}">
      <dgm:prSet/>
      <dgm:spPr/>
      <dgm:t>
        <a:bodyPr/>
        <a:lstStyle/>
        <a:p>
          <a:endParaRPr lang="en-US"/>
        </a:p>
      </dgm:t>
    </dgm:pt>
    <dgm:pt modelId="{22A534F2-F81D-478A-B3FE-23E4D914B52B}" type="sibTrans" cxnId="{FB2C0E5D-D780-4F46-BAA1-3D5A8D2BE433}">
      <dgm:prSet/>
      <dgm:spPr/>
      <dgm:t>
        <a:bodyPr/>
        <a:lstStyle/>
        <a:p>
          <a:endParaRPr lang="en-US"/>
        </a:p>
      </dgm:t>
    </dgm:pt>
    <dgm:pt modelId="{06805C07-4524-4609-B464-B1257A5E24AF}">
      <dgm:prSet/>
      <dgm:spPr/>
      <dgm:t>
        <a:bodyPr/>
        <a:lstStyle/>
        <a:p>
          <a:r>
            <a:rPr lang="en-US"/>
            <a:t>Goal: A scalable, vision-based CCTV system to preempt traffic lights.</a:t>
          </a:r>
        </a:p>
      </dgm:t>
    </dgm:pt>
    <dgm:pt modelId="{898AD10B-1F78-46EC-B0B9-FE1B08C289B2}" type="parTrans" cxnId="{00237659-1138-4470-B664-BF15493EAA9A}">
      <dgm:prSet/>
      <dgm:spPr/>
      <dgm:t>
        <a:bodyPr/>
        <a:lstStyle/>
        <a:p>
          <a:endParaRPr lang="en-US"/>
        </a:p>
      </dgm:t>
    </dgm:pt>
    <dgm:pt modelId="{7014B5D1-DAFC-483C-9471-34297CC2A940}" type="sibTrans" cxnId="{00237659-1138-4470-B664-BF15493EAA9A}">
      <dgm:prSet/>
      <dgm:spPr/>
      <dgm:t>
        <a:bodyPr/>
        <a:lstStyle/>
        <a:p>
          <a:endParaRPr lang="en-US"/>
        </a:p>
      </dgm:t>
    </dgm:pt>
    <dgm:pt modelId="{EAD5A909-B689-A74E-95AB-A1A82B58B9CC}" type="pres">
      <dgm:prSet presAssocID="{6AC5000D-062D-4796-B28D-EBADB33F8DC0}" presName="Name0" presStyleCnt="0">
        <dgm:presLayoutVars>
          <dgm:dir/>
          <dgm:animLvl val="lvl"/>
          <dgm:resizeHandles val="exact"/>
        </dgm:presLayoutVars>
      </dgm:prSet>
      <dgm:spPr/>
    </dgm:pt>
    <dgm:pt modelId="{BC4F0DB7-CCBD-3149-A596-FDF98B9B829F}" type="pres">
      <dgm:prSet presAssocID="{06805C07-4524-4609-B464-B1257A5E24AF}" presName="boxAndChildren" presStyleCnt="0"/>
      <dgm:spPr/>
    </dgm:pt>
    <dgm:pt modelId="{7EFD7C4B-C64A-5444-B339-6D4D9D93BE2E}" type="pres">
      <dgm:prSet presAssocID="{06805C07-4524-4609-B464-B1257A5E24AF}" presName="parentTextBox" presStyleLbl="node1" presStyleIdx="0" presStyleCnt="3"/>
      <dgm:spPr/>
    </dgm:pt>
    <dgm:pt modelId="{4CD8A252-D34E-464D-A1FD-A1538F4BB2BA}" type="pres">
      <dgm:prSet presAssocID="{22A534F2-F81D-478A-B3FE-23E4D914B52B}" presName="sp" presStyleCnt="0"/>
      <dgm:spPr/>
    </dgm:pt>
    <dgm:pt modelId="{4E69DA30-1B79-F94B-A295-B4435B5D0A6F}" type="pres">
      <dgm:prSet presAssocID="{C398DAC4-3164-4EAF-86E7-9810518181E7}" presName="arrowAndChildren" presStyleCnt="0"/>
      <dgm:spPr/>
    </dgm:pt>
    <dgm:pt modelId="{954E578C-3ECB-BB47-9A8A-7A4B9E281B92}" type="pres">
      <dgm:prSet presAssocID="{C398DAC4-3164-4EAF-86E7-9810518181E7}" presName="parentTextArrow" presStyleLbl="node1" presStyleIdx="1" presStyleCnt="3"/>
      <dgm:spPr/>
    </dgm:pt>
    <dgm:pt modelId="{CF1F99F1-5CE7-FB45-941C-00041084E5AB}" type="pres">
      <dgm:prSet presAssocID="{C3C15CF5-2AB6-431E-BE84-B627539DE284}" presName="sp" presStyleCnt="0"/>
      <dgm:spPr/>
    </dgm:pt>
    <dgm:pt modelId="{9AE912E9-E843-8C43-B2D6-4BB661DC4602}" type="pres">
      <dgm:prSet presAssocID="{47A1F235-D66F-458E-8988-6F6DEF574050}" presName="arrowAndChildren" presStyleCnt="0"/>
      <dgm:spPr/>
    </dgm:pt>
    <dgm:pt modelId="{4CB9A37F-8FCB-764D-8854-AD68D741F141}" type="pres">
      <dgm:prSet presAssocID="{47A1F235-D66F-458E-8988-6F6DEF574050}" presName="parentTextArrow" presStyleLbl="node1" presStyleIdx="2" presStyleCnt="3"/>
      <dgm:spPr/>
    </dgm:pt>
  </dgm:ptLst>
  <dgm:cxnLst>
    <dgm:cxn modelId="{01EFF023-63B1-D144-B59F-737CC1E0895E}" type="presOf" srcId="{06805C07-4524-4609-B464-B1257A5E24AF}" destId="{7EFD7C4B-C64A-5444-B339-6D4D9D93BE2E}" srcOrd="0" destOrd="0" presId="urn:microsoft.com/office/officeart/2005/8/layout/process4"/>
    <dgm:cxn modelId="{5D0DEC2E-0E86-AC4E-836D-F1097D4F875D}" type="presOf" srcId="{C398DAC4-3164-4EAF-86E7-9810518181E7}" destId="{954E578C-3ECB-BB47-9A8A-7A4B9E281B92}" srcOrd="0" destOrd="0" presId="urn:microsoft.com/office/officeart/2005/8/layout/process4"/>
    <dgm:cxn modelId="{00237659-1138-4470-B664-BF15493EAA9A}" srcId="{6AC5000D-062D-4796-B28D-EBADB33F8DC0}" destId="{06805C07-4524-4609-B464-B1257A5E24AF}" srcOrd="2" destOrd="0" parTransId="{898AD10B-1F78-46EC-B0B9-FE1B08C289B2}" sibTransId="{7014B5D1-DAFC-483C-9471-34297CC2A940}"/>
    <dgm:cxn modelId="{FB2C0E5D-D780-4F46-BAA1-3D5A8D2BE433}" srcId="{6AC5000D-062D-4796-B28D-EBADB33F8DC0}" destId="{C398DAC4-3164-4EAF-86E7-9810518181E7}" srcOrd="1" destOrd="0" parTransId="{A0742C1B-A291-4DAC-B2DC-3E4A66FCAD4A}" sibTransId="{22A534F2-F81D-478A-B3FE-23E4D914B52B}"/>
    <dgm:cxn modelId="{44DB589E-1FE3-7A45-BA1F-370E5649F897}" type="presOf" srcId="{47A1F235-D66F-458E-8988-6F6DEF574050}" destId="{4CB9A37F-8FCB-764D-8854-AD68D741F141}" srcOrd="0" destOrd="0" presId="urn:microsoft.com/office/officeart/2005/8/layout/process4"/>
    <dgm:cxn modelId="{F36B87C2-A312-4E57-95D6-5509C421FD28}" srcId="{6AC5000D-062D-4796-B28D-EBADB33F8DC0}" destId="{47A1F235-D66F-458E-8988-6F6DEF574050}" srcOrd="0" destOrd="0" parTransId="{BDD832AA-531E-4F2F-8CE8-71A28CB79CFE}" sibTransId="{C3C15CF5-2AB6-431E-BE84-B627539DE284}"/>
    <dgm:cxn modelId="{E44E0DFC-9BE0-1247-BE38-07B2EEBE5C0E}" type="presOf" srcId="{6AC5000D-062D-4796-B28D-EBADB33F8DC0}" destId="{EAD5A909-B689-A74E-95AB-A1A82B58B9CC}" srcOrd="0" destOrd="0" presId="urn:microsoft.com/office/officeart/2005/8/layout/process4"/>
    <dgm:cxn modelId="{2053594F-B414-9743-8F79-1469437CDB92}" type="presParOf" srcId="{EAD5A909-B689-A74E-95AB-A1A82B58B9CC}" destId="{BC4F0DB7-CCBD-3149-A596-FDF98B9B829F}" srcOrd="0" destOrd="0" presId="urn:microsoft.com/office/officeart/2005/8/layout/process4"/>
    <dgm:cxn modelId="{9FAB5188-10F8-C041-992F-2631FAE00811}" type="presParOf" srcId="{BC4F0DB7-CCBD-3149-A596-FDF98B9B829F}" destId="{7EFD7C4B-C64A-5444-B339-6D4D9D93BE2E}" srcOrd="0" destOrd="0" presId="urn:microsoft.com/office/officeart/2005/8/layout/process4"/>
    <dgm:cxn modelId="{69429B62-7F6D-D447-AED9-949E68BE75A5}" type="presParOf" srcId="{EAD5A909-B689-A74E-95AB-A1A82B58B9CC}" destId="{4CD8A252-D34E-464D-A1FD-A1538F4BB2BA}" srcOrd="1" destOrd="0" presId="urn:microsoft.com/office/officeart/2005/8/layout/process4"/>
    <dgm:cxn modelId="{75388FA4-BB78-C54E-BD08-287D0BC4AAEE}" type="presParOf" srcId="{EAD5A909-B689-A74E-95AB-A1A82B58B9CC}" destId="{4E69DA30-1B79-F94B-A295-B4435B5D0A6F}" srcOrd="2" destOrd="0" presId="urn:microsoft.com/office/officeart/2005/8/layout/process4"/>
    <dgm:cxn modelId="{A9D97900-1926-0146-A89B-6A8172CF239E}" type="presParOf" srcId="{4E69DA30-1B79-F94B-A295-B4435B5D0A6F}" destId="{954E578C-3ECB-BB47-9A8A-7A4B9E281B92}" srcOrd="0" destOrd="0" presId="urn:microsoft.com/office/officeart/2005/8/layout/process4"/>
    <dgm:cxn modelId="{011E0AB7-E6E9-F144-9BCA-0965E56CE7CA}" type="presParOf" srcId="{EAD5A909-B689-A74E-95AB-A1A82B58B9CC}" destId="{CF1F99F1-5CE7-FB45-941C-00041084E5AB}" srcOrd="3" destOrd="0" presId="urn:microsoft.com/office/officeart/2005/8/layout/process4"/>
    <dgm:cxn modelId="{F15DCBAF-6FD2-DC4F-894E-0484FA907A79}" type="presParOf" srcId="{EAD5A909-B689-A74E-95AB-A1A82B58B9CC}" destId="{9AE912E9-E843-8C43-B2D6-4BB661DC4602}" srcOrd="4" destOrd="0" presId="urn:microsoft.com/office/officeart/2005/8/layout/process4"/>
    <dgm:cxn modelId="{3672F2B1-DB91-1844-BA84-59E749A45D27}" type="presParOf" srcId="{9AE912E9-E843-8C43-B2D6-4BB661DC4602}" destId="{4CB9A37F-8FCB-764D-8854-AD68D741F14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FF6EE68-A737-493C-9357-0811789992DF}" type="doc">
      <dgm:prSet loTypeId="urn:microsoft.com/office/officeart/2008/layout/LinedList" loCatId="list" qsTypeId="urn:microsoft.com/office/officeart/2005/8/quickstyle/simple4#2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5D812438-7681-4DFF-BE68-797BDE8770A3}">
      <dgm:prSet/>
      <dgm:spPr/>
      <dgm:t>
        <a:bodyPr/>
        <a:lstStyle/>
        <a:p>
          <a:r>
            <a:rPr lang="en-US"/>
            <a:t>Past Methods: RF emitters cost $2,000+ per vehicle to install.</a:t>
          </a:r>
        </a:p>
      </dgm:t>
    </dgm:pt>
    <dgm:pt modelId="{5BE7CC0C-9536-45E3-ABA3-867BE29D58B6}" type="parTrans" cxnId="{72B6EB6B-F3EA-41F6-952B-16374EE377C1}">
      <dgm:prSet/>
      <dgm:spPr/>
      <dgm:t>
        <a:bodyPr/>
        <a:lstStyle/>
        <a:p>
          <a:endParaRPr lang="en-US"/>
        </a:p>
      </dgm:t>
    </dgm:pt>
    <dgm:pt modelId="{2FBB852A-E837-46DC-9708-DEDE204E041F}" type="sibTrans" cxnId="{72B6EB6B-F3EA-41F6-952B-16374EE377C1}">
      <dgm:prSet/>
      <dgm:spPr/>
      <dgm:t>
        <a:bodyPr/>
        <a:lstStyle/>
        <a:p>
          <a:endParaRPr lang="en-US"/>
        </a:p>
      </dgm:t>
    </dgm:pt>
    <dgm:pt modelId="{5D284DEC-0DED-4B2C-8A17-6110EA0290FB}">
      <dgm:prSet/>
      <dgm:spPr/>
      <dgm:t>
        <a:bodyPr/>
        <a:lstStyle/>
        <a:p>
          <a:r>
            <a:rPr lang="en-US"/>
            <a:t>Our Approach: Edge-AI shifts intelligence to the camera.</a:t>
          </a:r>
        </a:p>
      </dgm:t>
    </dgm:pt>
    <dgm:pt modelId="{A4EDDBF8-D4B3-44FC-8632-2CC5F226B421}" type="parTrans" cxnId="{17FEB8F7-7494-46F7-B3F6-52D55703E647}">
      <dgm:prSet/>
      <dgm:spPr/>
      <dgm:t>
        <a:bodyPr/>
        <a:lstStyle/>
        <a:p>
          <a:endParaRPr lang="en-US"/>
        </a:p>
      </dgm:t>
    </dgm:pt>
    <dgm:pt modelId="{10B26889-2BB8-4967-88FC-48ABC7E85D46}" type="sibTrans" cxnId="{17FEB8F7-7494-46F7-B3F6-52D55703E647}">
      <dgm:prSet/>
      <dgm:spPr/>
      <dgm:t>
        <a:bodyPr/>
        <a:lstStyle/>
        <a:p>
          <a:endParaRPr lang="en-US"/>
        </a:p>
      </dgm:t>
    </dgm:pt>
    <dgm:pt modelId="{7E59F2CC-5014-4383-826F-A3B10CDF2D03}">
      <dgm:prSet/>
      <dgm:spPr/>
      <dgm:t>
        <a:bodyPr/>
        <a:lstStyle/>
        <a:p>
          <a:r>
            <a:rPr lang="en-US"/>
            <a:t>Requires zero additional hardware on the emergency vehicles.</a:t>
          </a:r>
        </a:p>
      </dgm:t>
    </dgm:pt>
    <dgm:pt modelId="{D0C0464A-75EB-45AC-8B99-6E69D92F2A5D}" type="parTrans" cxnId="{CCD2ECE3-8694-4F41-9D12-2CD489694948}">
      <dgm:prSet/>
      <dgm:spPr/>
      <dgm:t>
        <a:bodyPr/>
        <a:lstStyle/>
        <a:p>
          <a:endParaRPr lang="en-US"/>
        </a:p>
      </dgm:t>
    </dgm:pt>
    <dgm:pt modelId="{C4A7E899-B9E7-42B3-BCE0-9E2614C171D0}" type="sibTrans" cxnId="{CCD2ECE3-8694-4F41-9D12-2CD489694948}">
      <dgm:prSet/>
      <dgm:spPr/>
      <dgm:t>
        <a:bodyPr/>
        <a:lstStyle/>
        <a:p>
          <a:endParaRPr lang="en-US"/>
        </a:p>
      </dgm:t>
    </dgm:pt>
    <dgm:pt modelId="{7FA4BEF8-350F-0048-AFF5-C6DD420BC196}" type="pres">
      <dgm:prSet presAssocID="{5FF6EE68-A737-493C-9357-0811789992DF}" presName="vert0" presStyleCnt="0">
        <dgm:presLayoutVars>
          <dgm:dir/>
          <dgm:animOne val="branch"/>
          <dgm:animLvl val="lvl"/>
        </dgm:presLayoutVars>
      </dgm:prSet>
      <dgm:spPr/>
    </dgm:pt>
    <dgm:pt modelId="{B9543C65-33B2-EA4C-B809-F031D1F45C1D}" type="pres">
      <dgm:prSet presAssocID="{5D812438-7681-4DFF-BE68-797BDE8770A3}" presName="thickLine" presStyleLbl="alignNode1" presStyleIdx="0" presStyleCnt="3"/>
      <dgm:spPr/>
    </dgm:pt>
    <dgm:pt modelId="{008FF948-CE66-BA41-8808-BDC884AB5B0E}" type="pres">
      <dgm:prSet presAssocID="{5D812438-7681-4DFF-BE68-797BDE8770A3}" presName="horz1" presStyleCnt="0"/>
      <dgm:spPr/>
    </dgm:pt>
    <dgm:pt modelId="{2843B5D3-3D87-AA47-A2A4-8C25AA7D7FA5}" type="pres">
      <dgm:prSet presAssocID="{5D812438-7681-4DFF-BE68-797BDE8770A3}" presName="tx1" presStyleLbl="revTx" presStyleIdx="0" presStyleCnt="3"/>
      <dgm:spPr/>
    </dgm:pt>
    <dgm:pt modelId="{F328B952-0036-E24C-98D0-B6ED36BE139E}" type="pres">
      <dgm:prSet presAssocID="{5D812438-7681-4DFF-BE68-797BDE8770A3}" presName="vert1" presStyleCnt="0"/>
      <dgm:spPr/>
    </dgm:pt>
    <dgm:pt modelId="{5624CA84-1294-904F-8460-86083299AABD}" type="pres">
      <dgm:prSet presAssocID="{5D284DEC-0DED-4B2C-8A17-6110EA0290FB}" presName="thickLine" presStyleLbl="alignNode1" presStyleIdx="1" presStyleCnt="3"/>
      <dgm:spPr/>
    </dgm:pt>
    <dgm:pt modelId="{42406575-A8F4-184A-B169-6564F7C56C39}" type="pres">
      <dgm:prSet presAssocID="{5D284DEC-0DED-4B2C-8A17-6110EA0290FB}" presName="horz1" presStyleCnt="0"/>
      <dgm:spPr/>
    </dgm:pt>
    <dgm:pt modelId="{BE76CA89-2E71-424A-B4DD-AA282098A3B7}" type="pres">
      <dgm:prSet presAssocID="{5D284DEC-0DED-4B2C-8A17-6110EA0290FB}" presName="tx1" presStyleLbl="revTx" presStyleIdx="1" presStyleCnt="3"/>
      <dgm:spPr/>
    </dgm:pt>
    <dgm:pt modelId="{6109E670-3D08-254E-A73E-1F5611474D73}" type="pres">
      <dgm:prSet presAssocID="{5D284DEC-0DED-4B2C-8A17-6110EA0290FB}" presName="vert1" presStyleCnt="0"/>
      <dgm:spPr/>
    </dgm:pt>
    <dgm:pt modelId="{B524AE58-F1AA-BE45-B999-20F0D5A936CE}" type="pres">
      <dgm:prSet presAssocID="{7E59F2CC-5014-4383-826F-A3B10CDF2D03}" presName="thickLine" presStyleLbl="alignNode1" presStyleIdx="2" presStyleCnt="3"/>
      <dgm:spPr/>
    </dgm:pt>
    <dgm:pt modelId="{14E60F3A-5668-0E4A-8FFB-B01B1F942BED}" type="pres">
      <dgm:prSet presAssocID="{7E59F2CC-5014-4383-826F-A3B10CDF2D03}" presName="horz1" presStyleCnt="0"/>
      <dgm:spPr/>
    </dgm:pt>
    <dgm:pt modelId="{218A53A6-5345-CA4C-805A-9BA8307C635B}" type="pres">
      <dgm:prSet presAssocID="{7E59F2CC-5014-4383-826F-A3B10CDF2D03}" presName="tx1" presStyleLbl="revTx" presStyleIdx="2" presStyleCnt="3"/>
      <dgm:spPr/>
    </dgm:pt>
    <dgm:pt modelId="{35BBC065-38B9-8B4C-953F-B363551B380E}" type="pres">
      <dgm:prSet presAssocID="{7E59F2CC-5014-4383-826F-A3B10CDF2D03}" presName="vert1" presStyleCnt="0"/>
      <dgm:spPr/>
    </dgm:pt>
  </dgm:ptLst>
  <dgm:cxnLst>
    <dgm:cxn modelId="{3809A330-4EC0-0641-9CC2-46994B672550}" type="presOf" srcId="{5FF6EE68-A737-493C-9357-0811789992DF}" destId="{7FA4BEF8-350F-0048-AFF5-C6DD420BC196}" srcOrd="0" destOrd="0" presId="urn:microsoft.com/office/officeart/2008/layout/LinedList"/>
    <dgm:cxn modelId="{0A621032-B921-C546-88A9-0BEEE4CEE062}" type="presOf" srcId="{7E59F2CC-5014-4383-826F-A3B10CDF2D03}" destId="{218A53A6-5345-CA4C-805A-9BA8307C635B}" srcOrd="0" destOrd="0" presId="urn:microsoft.com/office/officeart/2008/layout/LinedList"/>
    <dgm:cxn modelId="{04965737-14BB-4A41-8510-BBDB95452B30}" type="presOf" srcId="{5D812438-7681-4DFF-BE68-797BDE8770A3}" destId="{2843B5D3-3D87-AA47-A2A4-8C25AA7D7FA5}" srcOrd="0" destOrd="0" presId="urn:microsoft.com/office/officeart/2008/layout/LinedList"/>
    <dgm:cxn modelId="{72B6EB6B-F3EA-41F6-952B-16374EE377C1}" srcId="{5FF6EE68-A737-493C-9357-0811789992DF}" destId="{5D812438-7681-4DFF-BE68-797BDE8770A3}" srcOrd="0" destOrd="0" parTransId="{5BE7CC0C-9536-45E3-ABA3-867BE29D58B6}" sibTransId="{2FBB852A-E837-46DC-9708-DEDE204E041F}"/>
    <dgm:cxn modelId="{95CD34D4-2E3A-6B46-8D40-09B8C89F7EDE}" type="presOf" srcId="{5D284DEC-0DED-4B2C-8A17-6110EA0290FB}" destId="{BE76CA89-2E71-424A-B4DD-AA282098A3B7}" srcOrd="0" destOrd="0" presId="urn:microsoft.com/office/officeart/2008/layout/LinedList"/>
    <dgm:cxn modelId="{CCD2ECE3-8694-4F41-9D12-2CD489694948}" srcId="{5FF6EE68-A737-493C-9357-0811789992DF}" destId="{7E59F2CC-5014-4383-826F-A3B10CDF2D03}" srcOrd="2" destOrd="0" parTransId="{D0C0464A-75EB-45AC-8B99-6E69D92F2A5D}" sibTransId="{C4A7E899-B9E7-42B3-BCE0-9E2614C171D0}"/>
    <dgm:cxn modelId="{17FEB8F7-7494-46F7-B3F6-52D55703E647}" srcId="{5FF6EE68-A737-493C-9357-0811789992DF}" destId="{5D284DEC-0DED-4B2C-8A17-6110EA0290FB}" srcOrd="1" destOrd="0" parTransId="{A4EDDBF8-D4B3-44FC-8632-2CC5F226B421}" sibTransId="{10B26889-2BB8-4967-88FC-48ABC7E85D46}"/>
    <dgm:cxn modelId="{E9295865-FBA8-0D4E-BB0C-B81D721B3D83}" type="presParOf" srcId="{7FA4BEF8-350F-0048-AFF5-C6DD420BC196}" destId="{B9543C65-33B2-EA4C-B809-F031D1F45C1D}" srcOrd="0" destOrd="0" presId="urn:microsoft.com/office/officeart/2008/layout/LinedList"/>
    <dgm:cxn modelId="{B5234FF7-1588-3748-B4EB-DF27886AD8EB}" type="presParOf" srcId="{7FA4BEF8-350F-0048-AFF5-C6DD420BC196}" destId="{008FF948-CE66-BA41-8808-BDC884AB5B0E}" srcOrd="1" destOrd="0" presId="urn:microsoft.com/office/officeart/2008/layout/LinedList"/>
    <dgm:cxn modelId="{8F1C4A99-4694-694E-B090-6C277BEEBB3A}" type="presParOf" srcId="{008FF948-CE66-BA41-8808-BDC884AB5B0E}" destId="{2843B5D3-3D87-AA47-A2A4-8C25AA7D7FA5}" srcOrd="0" destOrd="0" presId="urn:microsoft.com/office/officeart/2008/layout/LinedList"/>
    <dgm:cxn modelId="{479636B1-AA70-C64F-9EDA-39C4D78176A0}" type="presParOf" srcId="{008FF948-CE66-BA41-8808-BDC884AB5B0E}" destId="{F328B952-0036-E24C-98D0-B6ED36BE139E}" srcOrd="1" destOrd="0" presId="urn:microsoft.com/office/officeart/2008/layout/LinedList"/>
    <dgm:cxn modelId="{FB8B71FA-EDDE-594F-9BEE-F5F008E8C2DA}" type="presParOf" srcId="{7FA4BEF8-350F-0048-AFF5-C6DD420BC196}" destId="{5624CA84-1294-904F-8460-86083299AABD}" srcOrd="2" destOrd="0" presId="urn:microsoft.com/office/officeart/2008/layout/LinedList"/>
    <dgm:cxn modelId="{A49F2F5B-8DFE-D546-988A-C70C70479BF0}" type="presParOf" srcId="{7FA4BEF8-350F-0048-AFF5-C6DD420BC196}" destId="{42406575-A8F4-184A-B169-6564F7C56C39}" srcOrd="3" destOrd="0" presId="urn:microsoft.com/office/officeart/2008/layout/LinedList"/>
    <dgm:cxn modelId="{BBE383F4-E58B-2F49-B0AB-5513C093AE00}" type="presParOf" srcId="{42406575-A8F4-184A-B169-6564F7C56C39}" destId="{BE76CA89-2E71-424A-B4DD-AA282098A3B7}" srcOrd="0" destOrd="0" presId="urn:microsoft.com/office/officeart/2008/layout/LinedList"/>
    <dgm:cxn modelId="{0AF77895-AE58-BF4B-B004-53CA194DBEE4}" type="presParOf" srcId="{42406575-A8F4-184A-B169-6564F7C56C39}" destId="{6109E670-3D08-254E-A73E-1F5611474D73}" srcOrd="1" destOrd="0" presId="urn:microsoft.com/office/officeart/2008/layout/LinedList"/>
    <dgm:cxn modelId="{FED5EDC1-27E6-A84D-8782-7B25173C411C}" type="presParOf" srcId="{7FA4BEF8-350F-0048-AFF5-C6DD420BC196}" destId="{B524AE58-F1AA-BE45-B999-20F0D5A936CE}" srcOrd="4" destOrd="0" presId="urn:microsoft.com/office/officeart/2008/layout/LinedList"/>
    <dgm:cxn modelId="{77185D50-C613-7343-AD24-5B67D9161EFA}" type="presParOf" srcId="{7FA4BEF8-350F-0048-AFF5-C6DD420BC196}" destId="{14E60F3A-5668-0E4A-8FFB-B01B1F942BED}" srcOrd="5" destOrd="0" presId="urn:microsoft.com/office/officeart/2008/layout/LinedList"/>
    <dgm:cxn modelId="{E3847E9E-7C2E-2B49-87B8-E512F52A003B}" type="presParOf" srcId="{14E60F3A-5668-0E4A-8FFB-B01B1F942BED}" destId="{218A53A6-5345-CA4C-805A-9BA8307C635B}" srcOrd="0" destOrd="0" presId="urn:microsoft.com/office/officeart/2008/layout/LinedList"/>
    <dgm:cxn modelId="{2B849F5F-F25D-3442-9C1E-92379D4917BD}" type="presParOf" srcId="{14E60F3A-5668-0E4A-8FFB-B01B1F942BED}" destId="{35BBC065-38B9-8B4C-953F-B363551B380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8D5C667-6DFC-4B04-A0F2-E7A31CD9B045}" type="doc">
      <dgm:prSet loTypeId="urn:microsoft.com/office/officeart/2018/5/layout/IconCircleLabelList" loCatId="icon" qsTypeId="urn:microsoft.com/office/officeart/2005/8/quickstyle/simple1#5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8D4D2F6-B038-444D-A36C-98B3B03E2C40}">
      <dgm:prSet/>
      <dgm:spPr/>
      <dgm:t>
        <a:bodyPr/>
        <a:lstStyle/>
        <a:p>
          <a:pPr>
            <a:defRPr cap="all"/>
          </a:pPr>
          <a:r>
            <a:rPr lang="en-US"/>
            <a:t>1. Edge Detection: YOLOv8 analyzes video locally.</a:t>
          </a:r>
        </a:p>
      </dgm:t>
    </dgm:pt>
    <dgm:pt modelId="{28DB8674-60C5-4AE6-9B1E-A1C59D72B6B7}" type="parTrans" cxnId="{5F949C1F-2630-46F4-88F6-947162F5420A}">
      <dgm:prSet/>
      <dgm:spPr/>
      <dgm:t>
        <a:bodyPr/>
        <a:lstStyle/>
        <a:p>
          <a:endParaRPr lang="en-US"/>
        </a:p>
      </dgm:t>
    </dgm:pt>
    <dgm:pt modelId="{1066AE29-6125-4BDB-BF2D-652FCD067A8A}" type="sibTrans" cxnId="{5F949C1F-2630-46F4-88F6-947162F5420A}">
      <dgm:prSet/>
      <dgm:spPr/>
      <dgm:t>
        <a:bodyPr/>
        <a:lstStyle/>
        <a:p>
          <a:endParaRPr lang="en-US"/>
        </a:p>
      </dgm:t>
    </dgm:pt>
    <dgm:pt modelId="{EE7707FB-F2D7-48DA-BED3-6AA132F0CA9C}">
      <dgm:prSet/>
      <dgm:spPr/>
      <dgm:t>
        <a:bodyPr/>
        <a:lstStyle/>
        <a:p>
          <a:pPr>
            <a:defRPr cap="all"/>
          </a:pPr>
          <a:r>
            <a:rPr lang="en-US"/>
            <a:t>2. Logic Gate: Filters out visual noise.</a:t>
          </a:r>
        </a:p>
      </dgm:t>
    </dgm:pt>
    <dgm:pt modelId="{11D190DE-1B08-4C80-A5A4-14A401DCDD4F}" type="parTrans" cxnId="{86C488B4-93E9-4BD0-A186-9E4C4C65F9B5}">
      <dgm:prSet/>
      <dgm:spPr/>
      <dgm:t>
        <a:bodyPr/>
        <a:lstStyle/>
        <a:p>
          <a:endParaRPr lang="en-US"/>
        </a:p>
      </dgm:t>
    </dgm:pt>
    <dgm:pt modelId="{1EABE7E9-1B88-42CD-81F3-EBCDC7DC4496}" type="sibTrans" cxnId="{86C488B4-93E9-4BD0-A186-9E4C4C65F9B5}">
      <dgm:prSet/>
      <dgm:spPr/>
      <dgm:t>
        <a:bodyPr/>
        <a:lstStyle/>
        <a:p>
          <a:endParaRPr lang="en-US"/>
        </a:p>
      </dgm:t>
    </dgm:pt>
    <dgm:pt modelId="{4648B1EB-A7BE-47EE-ADFC-07472A82FD59}">
      <dgm:prSet/>
      <dgm:spPr/>
      <dgm:t>
        <a:bodyPr/>
        <a:lstStyle/>
        <a:p>
          <a:pPr>
            <a:defRPr cap="all"/>
          </a:pPr>
          <a:r>
            <a:rPr lang="en-US"/>
            <a:t>3. API Bridge: Threaded HTTP POST to backend.</a:t>
          </a:r>
        </a:p>
      </dgm:t>
    </dgm:pt>
    <dgm:pt modelId="{6F584328-C764-44D8-82A1-1A1F09944B0C}" type="parTrans" cxnId="{E42E7DED-BAD6-4EC0-A516-A1D8D2C8AE4A}">
      <dgm:prSet/>
      <dgm:spPr/>
      <dgm:t>
        <a:bodyPr/>
        <a:lstStyle/>
        <a:p>
          <a:endParaRPr lang="en-US"/>
        </a:p>
      </dgm:t>
    </dgm:pt>
    <dgm:pt modelId="{5D5ABBEE-2375-4D84-8F1A-6918976FA089}" type="sibTrans" cxnId="{E42E7DED-BAD6-4EC0-A516-A1D8D2C8AE4A}">
      <dgm:prSet/>
      <dgm:spPr/>
      <dgm:t>
        <a:bodyPr/>
        <a:lstStyle/>
        <a:p>
          <a:endParaRPr lang="en-US"/>
        </a:p>
      </dgm:t>
    </dgm:pt>
    <dgm:pt modelId="{4AF7D8C9-C35E-43A1-94A9-A1C153AC9CA5}">
      <dgm:prSet/>
      <dgm:spPr/>
      <dgm:t>
        <a:bodyPr/>
        <a:lstStyle/>
        <a:p>
          <a:pPr>
            <a:defRPr cap="all"/>
          </a:pPr>
          <a:r>
            <a:rPr lang="en-US"/>
            <a:t>4. Command Center: React UI visually alerts operators.</a:t>
          </a:r>
        </a:p>
      </dgm:t>
    </dgm:pt>
    <dgm:pt modelId="{26E77213-AD1E-4DCD-9E31-0D1B461F9F34}" type="parTrans" cxnId="{E9377111-C26A-476F-82D1-97FF17AE3154}">
      <dgm:prSet/>
      <dgm:spPr/>
      <dgm:t>
        <a:bodyPr/>
        <a:lstStyle/>
        <a:p>
          <a:endParaRPr lang="en-US"/>
        </a:p>
      </dgm:t>
    </dgm:pt>
    <dgm:pt modelId="{9A0CD36A-8096-4B70-B94C-2D5B7FC26661}" type="sibTrans" cxnId="{E9377111-C26A-476F-82D1-97FF17AE3154}">
      <dgm:prSet/>
      <dgm:spPr/>
      <dgm:t>
        <a:bodyPr/>
        <a:lstStyle/>
        <a:p>
          <a:endParaRPr lang="en-US"/>
        </a:p>
      </dgm:t>
    </dgm:pt>
    <dgm:pt modelId="{93E95BC4-8EC1-4686-A86A-DCC2A419E517}" type="pres">
      <dgm:prSet presAssocID="{A8D5C667-6DFC-4B04-A0F2-E7A31CD9B045}" presName="root" presStyleCnt="0">
        <dgm:presLayoutVars>
          <dgm:dir/>
          <dgm:resizeHandles val="exact"/>
        </dgm:presLayoutVars>
      </dgm:prSet>
      <dgm:spPr/>
    </dgm:pt>
    <dgm:pt modelId="{D4A0234D-92FC-4011-A6AC-8AB0491CCF43}" type="pres">
      <dgm:prSet presAssocID="{58D4D2F6-B038-444D-A36C-98B3B03E2C40}" presName="compNode" presStyleCnt="0"/>
      <dgm:spPr/>
    </dgm:pt>
    <dgm:pt modelId="{41F36B27-BF57-4414-B537-00C9B6AC32D4}" type="pres">
      <dgm:prSet presAssocID="{58D4D2F6-B038-444D-A36C-98B3B03E2C40}" presName="iconBgRect" presStyleLbl="bgShp" presStyleIdx="0" presStyleCnt="4"/>
      <dgm:spPr/>
    </dgm:pt>
    <dgm:pt modelId="{A23F5D0D-DCFA-4A7F-97D6-A461D8F8F67E}" type="pres">
      <dgm:prSet presAssocID="{58D4D2F6-B038-444D-A36C-98B3B03E2C4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BDEBC8F7-028C-4418-8D76-1AE4B05E62A0}" type="pres">
      <dgm:prSet presAssocID="{58D4D2F6-B038-444D-A36C-98B3B03E2C40}" presName="spaceRect" presStyleCnt="0"/>
      <dgm:spPr/>
    </dgm:pt>
    <dgm:pt modelId="{380EB237-FAB8-4005-AC63-20F7547D07DD}" type="pres">
      <dgm:prSet presAssocID="{58D4D2F6-B038-444D-A36C-98B3B03E2C40}" presName="textRect" presStyleLbl="revTx" presStyleIdx="0" presStyleCnt="4">
        <dgm:presLayoutVars>
          <dgm:chMax val="1"/>
          <dgm:chPref val="1"/>
        </dgm:presLayoutVars>
      </dgm:prSet>
      <dgm:spPr/>
    </dgm:pt>
    <dgm:pt modelId="{9ACC0879-060A-4A9A-9690-F4771400296C}" type="pres">
      <dgm:prSet presAssocID="{1066AE29-6125-4BDB-BF2D-652FCD067A8A}" presName="sibTrans" presStyleCnt="0"/>
      <dgm:spPr/>
    </dgm:pt>
    <dgm:pt modelId="{D146A4F8-337C-4ED5-9E0C-B46C0F6DB170}" type="pres">
      <dgm:prSet presAssocID="{EE7707FB-F2D7-48DA-BED3-6AA132F0CA9C}" presName="compNode" presStyleCnt="0"/>
      <dgm:spPr/>
    </dgm:pt>
    <dgm:pt modelId="{62DB8F8D-8E6B-45C7-9AB0-7586621A0E6C}" type="pres">
      <dgm:prSet presAssocID="{EE7707FB-F2D7-48DA-BED3-6AA132F0CA9C}" presName="iconBgRect" presStyleLbl="bgShp" presStyleIdx="1" presStyleCnt="4"/>
      <dgm:spPr/>
    </dgm:pt>
    <dgm:pt modelId="{AEA4E8F1-163C-4B1E-A5C6-3C75D989ACAF}" type="pres">
      <dgm:prSet presAssocID="{EE7707FB-F2D7-48DA-BED3-6AA132F0CA9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C2C3924E-F2B0-4447-B468-B197E3292C25}" type="pres">
      <dgm:prSet presAssocID="{EE7707FB-F2D7-48DA-BED3-6AA132F0CA9C}" presName="spaceRect" presStyleCnt="0"/>
      <dgm:spPr/>
    </dgm:pt>
    <dgm:pt modelId="{FF658DA8-23E7-4752-B7BA-D77C97862BB1}" type="pres">
      <dgm:prSet presAssocID="{EE7707FB-F2D7-48DA-BED3-6AA132F0CA9C}" presName="textRect" presStyleLbl="revTx" presStyleIdx="1" presStyleCnt="4">
        <dgm:presLayoutVars>
          <dgm:chMax val="1"/>
          <dgm:chPref val="1"/>
        </dgm:presLayoutVars>
      </dgm:prSet>
      <dgm:spPr/>
    </dgm:pt>
    <dgm:pt modelId="{0C8F9603-C939-495B-9658-06A02943A963}" type="pres">
      <dgm:prSet presAssocID="{1EABE7E9-1B88-42CD-81F3-EBCDC7DC4496}" presName="sibTrans" presStyleCnt="0"/>
      <dgm:spPr/>
    </dgm:pt>
    <dgm:pt modelId="{BBFC1B97-E062-402B-8094-25FEEAEFB464}" type="pres">
      <dgm:prSet presAssocID="{4648B1EB-A7BE-47EE-ADFC-07472A82FD59}" presName="compNode" presStyleCnt="0"/>
      <dgm:spPr/>
    </dgm:pt>
    <dgm:pt modelId="{E23A4B77-4943-4E95-8119-DB1D05ACE294}" type="pres">
      <dgm:prSet presAssocID="{4648B1EB-A7BE-47EE-ADFC-07472A82FD59}" presName="iconBgRect" presStyleLbl="bgShp" presStyleIdx="2" presStyleCnt="4"/>
      <dgm:spPr/>
    </dgm:pt>
    <dgm:pt modelId="{21032779-968F-496B-B976-3D40A5B6DE8B}" type="pres">
      <dgm:prSet presAssocID="{4648B1EB-A7BE-47EE-ADFC-07472A82FD5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28EF9F6-9419-4276-9A1B-2EBBFDDF7E1D}" type="pres">
      <dgm:prSet presAssocID="{4648B1EB-A7BE-47EE-ADFC-07472A82FD59}" presName="spaceRect" presStyleCnt="0"/>
      <dgm:spPr/>
    </dgm:pt>
    <dgm:pt modelId="{FA970FA3-0415-4975-B4D4-E3B51097DE8B}" type="pres">
      <dgm:prSet presAssocID="{4648B1EB-A7BE-47EE-ADFC-07472A82FD59}" presName="textRect" presStyleLbl="revTx" presStyleIdx="2" presStyleCnt="4">
        <dgm:presLayoutVars>
          <dgm:chMax val="1"/>
          <dgm:chPref val="1"/>
        </dgm:presLayoutVars>
      </dgm:prSet>
      <dgm:spPr/>
    </dgm:pt>
    <dgm:pt modelId="{B23C4139-E65C-4585-A7A7-29773932576D}" type="pres">
      <dgm:prSet presAssocID="{5D5ABBEE-2375-4D84-8F1A-6918976FA089}" presName="sibTrans" presStyleCnt="0"/>
      <dgm:spPr/>
    </dgm:pt>
    <dgm:pt modelId="{D4CC5CBF-9C63-44A8-B638-E8491978E2A8}" type="pres">
      <dgm:prSet presAssocID="{4AF7D8C9-C35E-43A1-94A9-A1C153AC9CA5}" presName="compNode" presStyleCnt="0"/>
      <dgm:spPr/>
    </dgm:pt>
    <dgm:pt modelId="{B68A1E03-D95E-41CD-A673-A80D634BDB62}" type="pres">
      <dgm:prSet presAssocID="{4AF7D8C9-C35E-43A1-94A9-A1C153AC9CA5}" presName="iconBgRect" presStyleLbl="bgShp" presStyleIdx="3" presStyleCnt="4"/>
      <dgm:spPr/>
    </dgm:pt>
    <dgm:pt modelId="{31B758CD-833A-4F77-B067-E24A75784414}" type="pres">
      <dgm:prSet presAssocID="{4AF7D8C9-C35E-43A1-94A9-A1C153AC9CA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BFBB039-3117-4F24-AF2D-9CF118C9D0BF}" type="pres">
      <dgm:prSet presAssocID="{4AF7D8C9-C35E-43A1-94A9-A1C153AC9CA5}" presName="spaceRect" presStyleCnt="0"/>
      <dgm:spPr/>
    </dgm:pt>
    <dgm:pt modelId="{9F1EE104-265B-4BCB-A845-FFF6CF860F09}" type="pres">
      <dgm:prSet presAssocID="{4AF7D8C9-C35E-43A1-94A9-A1C153AC9CA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377111-C26A-476F-82D1-97FF17AE3154}" srcId="{A8D5C667-6DFC-4B04-A0F2-E7A31CD9B045}" destId="{4AF7D8C9-C35E-43A1-94A9-A1C153AC9CA5}" srcOrd="3" destOrd="0" parTransId="{26E77213-AD1E-4DCD-9E31-0D1B461F9F34}" sibTransId="{9A0CD36A-8096-4B70-B94C-2D5B7FC26661}"/>
    <dgm:cxn modelId="{5F949C1F-2630-46F4-88F6-947162F5420A}" srcId="{A8D5C667-6DFC-4B04-A0F2-E7A31CD9B045}" destId="{58D4D2F6-B038-444D-A36C-98B3B03E2C40}" srcOrd="0" destOrd="0" parTransId="{28DB8674-60C5-4AE6-9B1E-A1C59D72B6B7}" sibTransId="{1066AE29-6125-4BDB-BF2D-652FCD067A8A}"/>
    <dgm:cxn modelId="{D8D59384-E402-4A1E-8600-6C3955F389F8}" type="presOf" srcId="{A8D5C667-6DFC-4B04-A0F2-E7A31CD9B045}" destId="{93E95BC4-8EC1-4686-A86A-DCC2A419E517}" srcOrd="0" destOrd="0" presId="urn:microsoft.com/office/officeart/2018/5/layout/IconCircleLabelList"/>
    <dgm:cxn modelId="{235B7986-EDBC-404B-85D4-9AED9783D82E}" type="presOf" srcId="{EE7707FB-F2D7-48DA-BED3-6AA132F0CA9C}" destId="{FF658DA8-23E7-4752-B7BA-D77C97862BB1}" srcOrd="0" destOrd="0" presId="urn:microsoft.com/office/officeart/2018/5/layout/IconCircleLabelList"/>
    <dgm:cxn modelId="{AB15B0AB-B8E5-4B33-9F66-F85A543AD2EE}" type="presOf" srcId="{4AF7D8C9-C35E-43A1-94A9-A1C153AC9CA5}" destId="{9F1EE104-265B-4BCB-A845-FFF6CF860F09}" srcOrd="0" destOrd="0" presId="urn:microsoft.com/office/officeart/2018/5/layout/IconCircleLabelList"/>
    <dgm:cxn modelId="{04AFCCB3-57EA-46AD-A8D1-CCF93B0AC4A0}" type="presOf" srcId="{58D4D2F6-B038-444D-A36C-98B3B03E2C40}" destId="{380EB237-FAB8-4005-AC63-20F7547D07DD}" srcOrd="0" destOrd="0" presId="urn:microsoft.com/office/officeart/2018/5/layout/IconCircleLabelList"/>
    <dgm:cxn modelId="{86C488B4-93E9-4BD0-A186-9E4C4C65F9B5}" srcId="{A8D5C667-6DFC-4B04-A0F2-E7A31CD9B045}" destId="{EE7707FB-F2D7-48DA-BED3-6AA132F0CA9C}" srcOrd="1" destOrd="0" parTransId="{11D190DE-1B08-4C80-A5A4-14A401DCDD4F}" sibTransId="{1EABE7E9-1B88-42CD-81F3-EBCDC7DC4496}"/>
    <dgm:cxn modelId="{6CEC44DF-7312-4E5A-BA03-DF208BD61374}" type="presOf" srcId="{4648B1EB-A7BE-47EE-ADFC-07472A82FD59}" destId="{FA970FA3-0415-4975-B4D4-E3B51097DE8B}" srcOrd="0" destOrd="0" presId="urn:microsoft.com/office/officeart/2018/5/layout/IconCircleLabelList"/>
    <dgm:cxn modelId="{E42E7DED-BAD6-4EC0-A516-A1D8D2C8AE4A}" srcId="{A8D5C667-6DFC-4B04-A0F2-E7A31CD9B045}" destId="{4648B1EB-A7BE-47EE-ADFC-07472A82FD59}" srcOrd="2" destOrd="0" parTransId="{6F584328-C764-44D8-82A1-1A1F09944B0C}" sibTransId="{5D5ABBEE-2375-4D84-8F1A-6918976FA089}"/>
    <dgm:cxn modelId="{D3178826-D2AD-46DB-881A-F1DDC7D4F4D1}" type="presParOf" srcId="{93E95BC4-8EC1-4686-A86A-DCC2A419E517}" destId="{D4A0234D-92FC-4011-A6AC-8AB0491CCF43}" srcOrd="0" destOrd="0" presId="urn:microsoft.com/office/officeart/2018/5/layout/IconCircleLabelList"/>
    <dgm:cxn modelId="{A9871649-0743-47C9-BE7F-525C46937FE5}" type="presParOf" srcId="{D4A0234D-92FC-4011-A6AC-8AB0491CCF43}" destId="{41F36B27-BF57-4414-B537-00C9B6AC32D4}" srcOrd="0" destOrd="0" presId="urn:microsoft.com/office/officeart/2018/5/layout/IconCircleLabelList"/>
    <dgm:cxn modelId="{9BBE7E3D-FFFC-440B-BB4D-021AF027FEBE}" type="presParOf" srcId="{D4A0234D-92FC-4011-A6AC-8AB0491CCF43}" destId="{A23F5D0D-DCFA-4A7F-97D6-A461D8F8F67E}" srcOrd="1" destOrd="0" presId="urn:microsoft.com/office/officeart/2018/5/layout/IconCircleLabelList"/>
    <dgm:cxn modelId="{975676F1-6391-41DD-9D6F-05BD2056B936}" type="presParOf" srcId="{D4A0234D-92FC-4011-A6AC-8AB0491CCF43}" destId="{BDEBC8F7-028C-4418-8D76-1AE4B05E62A0}" srcOrd="2" destOrd="0" presId="urn:microsoft.com/office/officeart/2018/5/layout/IconCircleLabelList"/>
    <dgm:cxn modelId="{B34E45E9-1588-4027-81E8-1F8654058883}" type="presParOf" srcId="{D4A0234D-92FC-4011-A6AC-8AB0491CCF43}" destId="{380EB237-FAB8-4005-AC63-20F7547D07DD}" srcOrd="3" destOrd="0" presId="urn:microsoft.com/office/officeart/2018/5/layout/IconCircleLabelList"/>
    <dgm:cxn modelId="{F7CF5CE1-345B-419D-9462-A7F2FF76F738}" type="presParOf" srcId="{93E95BC4-8EC1-4686-A86A-DCC2A419E517}" destId="{9ACC0879-060A-4A9A-9690-F4771400296C}" srcOrd="1" destOrd="0" presId="urn:microsoft.com/office/officeart/2018/5/layout/IconCircleLabelList"/>
    <dgm:cxn modelId="{EDE53F4E-DCD3-4C11-B323-1D9F8D91AF7A}" type="presParOf" srcId="{93E95BC4-8EC1-4686-A86A-DCC2A419E517}" destId="{D146A4F8-337C-4ED5-9E0C-B46C0F6DB170}" srcOrd="2" destOrd="0" presId="urn:microsoft.com/office/officeart/2018/5/layout/IconCircleLabelList"/>
    <dgm:cxn modelId="{4E8060E3-28DE-4309-8AD2-C02CE7C7BD5E}" type="presParOf" srcId="{D146A4F8-337C-4ED5-9E0C-B46C0F6DB170}" destId="{62DB8F8D-8E6B-45C7-9AB0-7586621A0E6C}" srcOrd="0" destOrd="0" presId="urn:microsoft.com/office/officeart/2018/5/layout/IconCircleLabelList"/>
    <dgm:cxn modelId="{170385CC-04BF-49D4-9747-2E1F077F0A7E}" type="presParOf" srcId="{D146A4F8-337C-4ED5-9E0C-B46C0F6DB170}" destId="{AEA4E8F1-163C-4B1E-A5C6-3C75D989ACAF}" srcOrd="1" destOrd="0" presId="urn:microsoft.com/office/officeart/2018/5/layout/IconCircleLabelList"/>
    <dgm:cxn modelId="{59ED8FCD-254F-483C-B8F7-9B82CED019C8}" type="presParOf" srcId="{D146A4F8-337C-4ED5-9E0C-B46C0F6DB170}" destId="{C2C3924E-F2B0-4447-B468-B197E3292C25}" srcOrd="2" destOrd="0" presId="urn:microsoft.com/office/officeart/2018/5/layout/IconCircleLabelList"/>
    <dgm:cxn modelId="{A7714418-B2C4-45CC-9E5A-F8FFB308D7A2}" type="presParOf" srcId="{D146A4F8-337C-4ED5-9E0C-B46C0F6DB170}" destId="{FF658DA8-23E7-4752-B7BA-D77C97862BB1}" srcOrd="3" destOrd="0" presId="urn:microsoft.com/office/officeart/2018/5/layout/IconCircleLabelList"/>
    <dgm:cxn modelId="{8170B463-334B-4082-AA47-8C9BD656C04E}" type="presParOf" srcId="{93E95BC4-8EC1-4686-A86A-DCC2A419E517}" destId="{0C8F9603-C939-495B-9658-06A02943A963}" srcOrd="3" destOrd="0" presId="urn:microsoft.com/office/officeart/2018/5/layout/IconCircleLabelList"/>
    <dgm:cxn modelId="{FA605B42-715B-4DC2-87F1-F800A54E0514}" type="presParOf" srcId="{93E95BC4-8EC1-4686-A86A-DCC2A419E517}" destId="{BBFC1B97-E062-402B-8094-25FEEAEFB464}" srcOrd="4" destOrd="0" presId="urn:microsoft.com/office/officeart/2018/5/layout/IconCircleLabelList"/>
    <dgm:cxn modelId="{E2AF6751-5DCF-408A-85DF-87C717026963}" type="presParOf" srcId="{BBFC1B97-E062-402B-8094-25FEEAEFB464}" destId="{E23A4B77-4943-4E95-8119-DB1D05ACE294}" srcOrd="0" destOrd="0" presId="urn:microsoft.com/office/officeart/2018/5/layout/IconCircleLabelList"/>
    <dgm:cxn modelId="{24462E6A-26C4-4761-BCF6-71534BF757A2}" type="presParOf" srcId="{BBFC1B97-E062-402B-8094-25FEEAEFB464}" destId="{21032779-968F-496B-B976-3D40A5B6DE8B}" srcOrd="1" destOrd="0" presId="urn:microsoft.com/office/officeart/2018/5/layout/IconCircleLabelList"/>
    <dgm:cxn modelId="{1C451191-8A3F-4450-B703-CEB1ED5B9847}" type="presParOf" srcId="{BBFC1B97-E062-402B-8094-25FEEAEFB464}" destId="{728EF9F6-9419-4276-9A1B-2EBBFDDF7E1D}" srcOrd="2" destOrd="0" presId="urn:microsoft.com/office/officeart/2018/5/layout/IconCircleLabelList"/>
    <dgm:cxn modelId="{0C76E85C-F1A6-4AF8-81FB-2AC4A5F0731D}" type="presParOf" srcId="{BBFC1B97-E062-402B-8094-25FEEAEFB464}" destId="{FA970FA3-0415-4975-B4D4-E3B51097DE8B}" srcOrd="3" destOrd="0" presId="urn:microsoft.com/office/officeart/2018/5/layout/IconCircleLabelList"/>
    <dgm:cxn modelId="{11B4101C-9C15-4748-B5ED-08BFB4EDC424}" type="presParOf" srcId="{93E95BC4-8EC1-4686-A86A-DCC2A419E517}" destId="{B23C4139-E65C-4585-A7A7-29773932576D}" srcOrd="5" destOrd="0" presId="urn:microsoft.com/office/officeart/2018/5/layout/IconCircleLabelList"/>
    <dgm:cxn modelId="{F773891C-0F50-48BC-95C2-C10DBED5ED01}" type="presParOf" srcId="{93E95BC4-8EC1-4686-A86A-DCC2A419E517}" destId="{D4CC5CBF-9C63-44A8-B638-E8491978E2A8}" srcOrd="6" destOrd="0" presId="urn:microsoft.com/office/officeart/2018/5/layout/IconCircleLabelList"/>
    <dgm:cxn modelId="{8BF26E43-D6DA-4FE4-838C-9954CF270198}" type="presParOf" srcId="{D4CC5CBF-9C63-44A8-B638-E8491978E2A8}" destId="{B68A1E03-D95E-41CD-A673-A80D634BDB62}" srcOrd="0" destOrd="0" presId="urn:microsoft.com/office/officeart/2018/5/layout/IconCircleLabelList"/>
    <dgm:cxn modelId="{195C636C-C411-42D9-9E24-3580E1A9F1F3}" type="presParOf" srcId="{D4CC5CBF-9C63-44A8-B638-E8491978E2A8}" destId="{31B758CD-833A-4F77-B067-E24A75784414}" srcOrd="1" destOrd="0" presId="urn:microsoft.com/office/officeart/2018/5/layout/IconCircleLabelList"/>
    <dgm:cxn modelId="{1616B8AA-F468-47E7-8F8D-51F21C48BD7E}" type="presParOf" srcId="{D4CC5CBF-9C63-44A8-B638-E8491978E2A8}" destId="{6BFBB039-3117-4F24-AF2D-9CF118C9D0BF}" srcOrd="2" destOrd="0" presId="urn:microsoft.com/office/officeart/2018/5/layout/IconCircleLabelList"/>
    <dgm:cxn modelId="{CA89E88D-7B19-482A-BE59-397DEAF2E5BC}" type="presParOf" srcId="{D4CC5CBF-9C63-44A8-B638-E8491978E2A8}" destId="{9F1EE104-265B-4BCB-A845-FFF6CF860F0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0B96631-6284-48AE-8C00-44DBE2FE34FA}" type="doc">
      <dgm:prSet loTypeId="urn:microsoft.com/office/officeart/2005/8/layout/vList2" loCatId="list" qsTypeId="urn:microsoft.com/office/officeart/2005/8/quickstyle/simple4#3" qsCatId="simple" csTypeId="urn:microsoft.com/office/officeart/2005/8/colors/colorful5#2" csCatId="colorful"/>
      <dgm:spPr/>
      <dgm:t>
        <a:bodyPr/>
        <a:lstStyle/>
        <a:p>
          <a:endParaRPr lang="en-US"/>
        </a:p>
      </dgm:t>
    </dgm:pt>
    <dgm:pt modelId="{16F974D6-CC08-4A91-96D5-71F8A2A282A9}">
      <dgm:prSet/>
      <dgm:spPr/>
      <dgm:t>
        <a:bodyPr/>
        <a:lstStyle/>
        <a:p>
          <a:r>
            <a:rPr lang="en-US"/>
            <a:t>AI/Vision: Python, YOLOv8, OpenCV, ByteTrack.</a:t>
          </a:r>
        </a:p>
      </dgm:t>
    </dgm:pt>
    <dgm:pt modelId="{94A944FA-3637-4E1F-8A2F-41C022D76BF9}" type="parTrans" cxnId="{3A25E39C-3B1C-472B-80EB-57048D36D5C4}">
      <dgm:prSet/>
      <dgm:spPr/>
      <dgm:t>
        <a:bodyPr/>
        <a:lstStyle/>
        <a:p>
          <a:endParaRPr lang="en-US"/>
        </a:p>
      </dgm:t>
    </dgm:pt>
    <dgm:pt modelId="{C1EE6840-8D9C-4609-8F27-57FE51E50EC3}" type="sibTrans" cxnId="{3A25E39C-3B1C-472B-80EB-57048D36D5C4}">
      <dgm:prSet/>
      <dgm:spPr/>
      <dgm:t>
        <a:bodyPr/>
        <a:lstStyle/>
        <a:p>
          <a:endParaRPr lang="en-US"/>
        </a:p>
      </dgm:t>
    </dgm:pt>
    <dgm:pt modelId="{B0762813-B406-4097-9B83-156E5529FFF8}">
      <dgm:prSet/>
      <dgm:spPr/>
      <dgm:t>
        <a:bodyPr/>
        <a:lstStyle/>
        <a:p>
          <a:r>
            <a:rPr lang="en-US"/>
            <a:t>Backend: Node.js, Express.js (REST API).</a:t>
          </a:r>
        </a:p>
      </dgm:t>
    </dgm:pt>
    <dgm:pt modelId="{718AF981-088C-4369-98EE-E011D18C6864}" type="parTrans" cxnId="{6FE3025C-CD2E-4915-B911-C74D164B7081}">
      <dgm:prSet/>
      <dgm:spPr/>
      <dgm:t>
        <a:bodyPr/>
        <a:lstStyle/>
        <a:p>
          <a:endParaRPr lang="en-US"/>
        </a:p>
      </dgm:t>
    </dgm:pt>
    <dgm:pt modelId="{5E9F0818-D71B-4FE9-A260-B8F1E7198FB6}" type="sibTrans" cxnId="{6FE3025C-CD2E-4915-B911-C74D164B7081}">
      <dgm:prSet/>
      <dgm:spPr/>
      <dgm:t>
        <a:bodyPr/>
        <a:lstStyle/>
        <a:p>
          <a:endParaRPr lang="en-US"/>
        </a:p>
      </dgm:t>
    </dgm:pt>
    <dgm:pt modelId="{2B0852AE-E9F7-4610-A8C3-1CFDF81C63D4}">
      <dgm:prSet/>
      <dgm:spPr/>
      <dgm:t>
        <a:bodyPr/>
        <a:lstStyle/>
        <a:p>
          <a:r>
            <a:rPr lang="en-US"/>
            <a:t>Database: MongoDB Atlas (Cloud NoSQL).</a:t>
          </a:r>
        </a:p>
      </dgm:t>
    </dgm:pt>
    <dgm:pt modelId="{60AD4241-F75B-4E47-80F3-3850C343EFAE}" type="parTrans" cxnId="{D26C3BA3-FD77-417F-8CB6-228492A3AE9B}">
      <dgm:prSet/>
      <dgm:spPr/>
      <dgm:t>
        <a:bodyPr/>
        <a:lstStyle/>
        <a:p>
          <a:endParaRPr lang="en-US"/>
        </a:p>
      </dgm:t>
    </dgm:pt>
    <dgm:pt modelId="{D78588F7-3EF1-4D7E-9F6C-455D74077759}" type="sibTrans" cxnId="{D26C3BA3-FD77-417F-8CB6-228492A3AE9B}">
      <dgm:prSet/>
      <dgm:spPr/>
      <dgm:t>
        <a:bodyPr/>
        <a:lstStyle/>
        <a:p>
          <a:endParaRPr lang="en-US"/>
        </a:p>
      </dgm:t>
    </dgm:pt>
    <dgm:pt modelId="{51329AF1-C46C-40A5-A087-FBF4DB2D36A2}">
      <dgm:prSet/>
      <dgm:spPr/>
      <dgm:t>
        <a:bodyPr/>
        <a:lstStyle/>
        <a:p>
          <a:r>
            <a:rPr lang="en-US"/>
            <a:t>Frontend: React, Vite, Axios, Custom CSS.</a:t>
          </a:r>
        </a:p>
      </dgm:t>
    </dgm:pt>
    <dgm:pt modelId="{D438AE55-F965-475F-B17A-A7C73474C116}" type="parTrans" cxnId="{99FAE4F2-ACED-49E7-8F9C-409587E2EBCD}">
      <dgm:prSet/>
      <dgm:spPr/>
      <dgm:t>
        <a:bodyPr/>
        <a:lstStyle/>
        <a:p>
          <a:endParaRPr lang="en-US"/>
        </a:p>
      </dgm:t>
    </dgm:pt>
    <dgm:pt modelId="{B0C9138C-94BA-42A4-8C02-25BD81D3E099}" type="sibTrans" cxnId="{99FAE4F2-ACED-49E7-8F9C-409587E2EBCD}">
      <dgm:prSet/>
      <dgm:spPr/>
      <dgm:t>
        <a:bodyPr/>
        <a:lstStyle/>
        <a:p>
          <a:endParaRPr lang="en-US"/>
        </a:p>
      </dgm:t>
    </dgm:pt>
    <dgm:pt modelId="{8D999FBF-8527-0F4C-A28E-113A871483A7}" type="pres">
      <dgm:prSet presAssocID="{20B96631-6284-48AE-8C00-44DBE2FE34FA}" presName="linear" presStyleCnt="0">
        <dgm:presLayoutVars>
          <dgm:animLvl val="lvl"/>
          <dgm:resizeHandles val="exact"/>
        </dgm:presLayoutVars>
      </dgm:prSet>
      <dgm:spPr/>
    </dgm:pt>
    <dgm:pt modelId="{E3E544D0-5D02-C64F-8923-21FBD4A783F6}" type="pres">
      <dgm:prSet presAssocID="{16F974D6-CC08-4A91-96D5-71F8A2A282A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34BC2A-B8E0-994C-AB37-719F2047E673}" type="pres">
      <dgm:prSet presAssocID="{C1EE6840-8D9C-4609-8F27-57FE51E50EC3}" presName="spacer" presStyleCnt="0"/>
      <dgm:spPr/>
    </dgm:pt>
    <dgm:pt modelId="{9702B989-CB22-D846-AEB3-0F9CAAD8EEC3}" type="pres">
      <dgm:prSet presAssocID="{B0762813-B406-4097-9B83-156E5529FFF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80F4E9-920F-5947-A151-0F82FB08736A}" type="pres">
      <dgm:prSet presAssocID="{5E9F0818-D71B-4FE9-A260-B8F1E7198FB6}" presName="spacer" presStyleCnt="0"/>
      <dgm:spPr/>
    </dgm:pt>
    <dgm:pt modelId="{F1F7BD41-F8F4-9244-88D5-BEAE49C26E29}" type="pres">
      <dgm:prSet presAssocID="{2B0852AE-E9F7-4610-A8C3-1CFDF81C63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2420E5F-59AC-214C-9917-6A00B3CA038D}" type="pres">
      <dgm:prSet presAssocID="{D78588F7-3EF1-4D7E-9F6C-455D74077759}" presName="spacer" presStyleCnt="0"/>
      <dgm:spPr/>
    </dgm:pt>
    <dgm:pt modelId="{8A5142DF-AC08-4B4B-8D83-5F69DA04C662}" type="pres">
      <dgm:prSet presAssocID="{51329AF1-C46C-40A5-A087-FBF4DB2D36A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2228F28-01AF-074C-AD13-D0CDA8795FB7}" type="presOf" srcId="{51329AF1-C46C-40A5-A087-FBF4DB2D36A2}" destId="{8A5142DF-AC08-4B4B-8D83-5F69DA04C662}" srcOrd="0" destOrd="0" presId="urn:microsoft.com/office/officeart/2005/8/layout/vList2"/>
    <dgm:cxn modelId="{54BADF39-7D32-514F-862D-1B4DF23AD081}" type="presOf" srcId="{20B96631-6284-48AE-8C00-44DBE2FE34FA}" destId="{8D999FBF-8527-0F4C-A28E-113A871483A7}" srcOrd="0" destOrd="0" presId="urn:microsoft.com/office/officeart/2005/8/layout/vList2"/>
    <dgm:cxn modelId="{6FE3025C-CD2E-4915-B911-C74D164B7081}" srcId="{20B96631-6284-48AE-8C00-44DBE2FE34FA}" destId="{B0762813-B406-4097-9B83-156E5529FFF8}" srcOrd="1" destOrd="0" parTransId="{718AF981-088C-4369-98EE-E011D18C6864}" sibTransId="{5E9F0818-D71B-4FE9-A260-B8F1E7198FB6}"/>
    <dgm:cxn modelId="{520E5D8D-FFFD-9340-A2A2-87A9562AB43F}" type="presOf" srcId="{2B0852AE-E9F7-4610-A8C3-1CFDF81C63D4}" destId="{F1F7BD41-F8F4-9244-88D5-BEAE49C26E29}" srcOrd="0" destOrd="0" presId="urn:microsoft.com/office/officeart/2005/8/layout/vList2"/>
    <dgm:cxn modelId="{FFE4CE8F-6C6D-F94C-B7D2-0D58D906ABAB}" type="presOf" srcId="{B0762813-B406-4097-9B83-156E5529FFF8}" destId="{9702B989-CB22-D846-AEB3-0F9CAAD8EEC3}" srcOrd="0" destOrd="0" presId="urn:microsoft.com/office/officeart/2005/8/layout/vList2"/>
    <dgm:cxn modelId="{3A25E39C-3B1C-472B-80EB-57048D36D5C4}" srcId="{20B96631-6284-48AE-8C00-44DBE2FE34FA}" destId="{16F974D6-CC08-4A91-96D5-71F8A2A282A9}" srcOrd="0" destOrd="0" parTransId="{94A944FA-3637-4E1F-8A2F-41C022D76BF9}" sibTransId="{C1EE6840-8D9C-4609-8F27-57FE51E50EC3}"/>
    <dgm:cxn modelId="{D26C3BA3-FD77-417F-8CB6-228492A3AE9B}" srcId="{20B96631-6284-48AE-8C00-44DBE2FE34FA}" destId="{2B0852AE-E9F7-4610-A8C3-1CFDF81C63D4}" srcOrd="2" destOrd="0" parTransId="{60AD4241-F75B-4E47-80F3-3850C343EFAE}" sibTransId="{D78588F7-3EF1-4D7E-9F6C-455D74077759}"/>
    <dgm:cxn modelId="{186FFFED-2F7A-8544-A2CE-620F2FF10A4A}" type="presOf" srcId="{16F974D6-CC08-4A91-96D5-71F8A2A282A9}" destId="{E3E544D0-5D02-C64F-8923-21FBD4A783F6}" srcOrd="0" destOrd="0" presId="urn:microsoft.com/office/officeart/2005/8/layout/vList2"/>
    <dgm:cxn modelId="{99FAE4F2-ACED-49E7-8F9C-409587E2EBCD}" srcId="{20B96631-6284-48AE-8C00-44DBE2FE34FA}" destId="{51329AF1-C46C-40A5-A087-FBF4DB2D36A2}" srcOrd="3" destOrd="0" parTransId="{D438AE55-F965-475F-B17A-A7C73474C116}" sibTransId="{B0C9138C-94BA-42A4-8C02-25BD81D3E099}"/>
    <dgm:cxn modelId="{9B3A2E89-2E76-8749-8FF3-16FFE797B6AA}" type="presParOf" srcId="{8D999FBF-8527-0F4C-A28E-113A871483A7}" destId="{E3E544D0-5D02-C64F-8923-21FBD4A783F6}" srcOrd="0" destOrd="0" presId="urn:microsoft.com/office/officeart/2005/8/layout/vList2"/>
    <dgm:cxn modelId="{E8D5B908-F20C-6342-8955-B0B2BA298F1C}" type="presParOf" srcId="{8D999FBF-8527-0F4C-A28E-113A871483A7}" destId="{9C34BC2A-B8E0-994C-AB37-719F2047E673}" srcOrd="1" destOrd="0" presId="urn:microsoft.com/office/officeart/2005/8/layout/vList2"/>
    <dgm:cxn modelId="{F69D80EE-C415-A843-A725-7C1F014A9048}" type="presParOf" srcId="{8D999FBF-8527-0F4C-A28E-113A871483A7}" destId="{9702B989-CB22-D846-AEB3-0F9CAAD8EEC3}" srcOrd="2" destOrd="0" presId="urn:microsoft.com/office/officeart/2005/8/layout/vList2"/>
    <dgm:cxn modelId="{EF4A36DC-8CD6-3E41-9D8C-17199D586467}" type="presParOf" srcId="{8D999FBF-8527-0F4C-A28E-113A871483A7}" destId="{A580F4E9-920F-5947-A151-0F82FB08736A}" srcOrd="3" destOrd="0" presId="urn:microsoft.com/office/officeart/2005/8/layout/vList2"/>
    <dgm:cxn modelId="{B32C8961-BBF3-2646-99CD-69C44F4B5164}" type="presParOf" srcId="{8D999FBF-8527-0F4C-A28E-113A871483A7}" destId="{F1F7BD41-F8F4-9244-88D5-BEAE49C26E29}" srcOrd="4" destOrd="0" presId="urn:microsoft.com/office/officeart/2005/8/layout/vList2"/>
    <dgm:cxn modelId="{E811D17D-9727-CB4E-AA74-B92F8B891342}" type="presParOf" srcId="{8D999FBF-8527-0F4C-A28E-113A871483A7}" destId="{42420E5F-59AC-214C-9917-6A00B3CA038D}" srcOrd="5" destOrd="0" presId="urn:microsoft.com/office/officeart/2005/8/layout/vList2"/>
    <dgm:cxn modelId="{7BD8D3B2-DE0B-AA40-9E88-7637CB9804BC}" type="presParOf" srcId="{8D999FBF-8527-0F4C-A28E-113A871483A7}" destId="{8A5142DF-AC08-4B4B-8D83-5F69DA04C66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77F07FE-E9CB-4B17-8446-E847995FA43B}" type="doc">
      <dgm:prSet loTypeId="urn:microsoft.com/office/officeart/2005/8/layout/vList2" loCatId="list" qsTypeId="urn:microsoft.com/office/officeart/2005/8/quickstyle/simple4#4" qsCatId="simple" csTypeId="urn:microsoft.com/office/officeart/2005/8/colors/colorful5#3" csCatId="colorful"/>
      <dgm:spPr/>
      <dgm:t>
        <a:bodyPr/>
        <a:lstStyle/>
        <a:p>
          <a:endParaRPr lang="en-US"/>
        </a:p>
      </dgm:t>
    </dgm:pt>
    <dgm:pt modelId="{F800439C-FB41-49E7-B1A9-D2F409E5C7BD}">
      <dgm:prSet/>
      <dgm:spPr/>
      <dgm:t>
        <a:bodyPr/>
        <a:lstStyle/>
        <a:p>
          <a:r>
            <a:rPr lang="en-US"/>
            <a:t>Curated dataset and trained custom YOLOv8 model.</a:t>
          </a:r>
        </a:p>
      </dgm:t>
    </dgm:pt>
    <dgm:pt modelId="{FF2A9563-DB78-428A-BE1E-9BBC8D6221E8}" type="parTrans" cxnId="{045050FD-482B-454F-AA0C-CE3D520348F4}">
      <dgm:prSet/>
      <dgm:spPr/>
      <dgm:t>
        <a:bodyPr/>
        <a:lstStyle/>
        <a:p>
          <a:endParaRPr lang="en-US"/>
        </a:p>
      </dgm:t>
    </dgm:pt>
    <dgm:pt modelId="{0D0A6D99-2656-42B4-AD14-03FF36F214C5}" type="sibTrans" cxnId="{045050FD-482B-454F-AA0C-CE3D520348F4}">
      <dgm:prSet/>
      <dgm:spPr/>
      <dgm:t>
        <a:bodyPr/>
        <a:lstStyle/>
        <a:p>
          <a:endParaRPr lang="en-US"/>
        </a:p>
      </dgm:t>
    </dgm:pt>
    <dgm:pt modelId="{7E80A17E-5029-40C2-B70F-2A3709BD5AD0}">
      <dgm:prSet/>
      <dgm:spPr/>
      <dgm:t>
        <a:bodyPr/>
        <a:lstStyle/>
        <a:p>
          <a:r>
            <a:rPr lang="en-US"/>
            <a:t>Engineered the Anti-Flicker persistence logic script.</a:t>
          </a:r>
        </a:p>
      </dgm:t>
    </dgm:pt>
    <dgm:pt modelId="{223B909B-FCF0-4178-B6B9-920426060CDA}" type="parTrans" cxnId="{124E8CDD-4E66-4E7F-9286-A512970CB28A}">
      <dgm:prSet/>
      <dgm:spPr/>
      <dgm:t>
        <a:bodyPr/>
        <a:lstStyle/>
        <a:p>
          <a:endParaRPr lang="en-US"/>
        </a:p>
      </dgm:t>
    </dgm:pt>
    <dgm:pt modelId="{59212E72-B4B2-4F9A-B4D0-69A62142F2ED}" type="sibTrans" cxnId="{124E8CDD-4E66-4E7F-9286-A512970CB28A}">
      <dgm:prSet/>
      <dgm:spPr/>
      <dgm:t>
        <a:bodyPr/>
        <a:lstStyle/>
        <a:p>
          <a:endParaRPr lang="en-US"/>
        </a:p>
      </dgm:t>
    </dgm:pt>
    <dgm:pt modelId="{B6FAB5FF-A8F4-4594-A028-3E47E15677A6}">
      <dgm:prSet/>
      <dgm:spPr/>
      <dgm:t>
        <a:bodyPr/>
        <a:lstStyle/>
        <a:p>
          <a:r>
            <a:rPr lang="en-US"/>
            <a:t>Deployed the Node.js + MongoDB backend.</a:t>
          </a:r>
        </a:p>
      </dgm:t>
    </dgm:pt>
    <dgm:pt modelId="{D5B0FB5C-D398-4E32-9C2B-0956338EF981}" type="parTrans" cxnId="{EB52F2B7-CA69-43DE-BDD9-24B4FAEDA3E2}">
      <dgm:prSet/>
      <dgm:spPr/>
      <dgm:t>
        <a:bodyPr/>
        <a:lstStyle/>
        <a:p>
          <a:endParaRPr lang="en-US"/>
        </a:p>
      </dgm:t>
    </dgm:pt>
    <dgm:pt modelId="{4B274D47-0DFB-46CC-9AAB-B4B6484E10DE}" type="sibTrans" cxnId="{EB52F2B7-CA69-43DE-BDD9-24B4FAEDA3E2}">
      <dgm:prSet/>
      <dgm:spPr/>
      <dgm:t>
        <a:bodyPr/>
        <a:lstStyle/>
        <a:p>
          <a:endParaRPr lang="en-US"/>
        </a:p>
      </dgm:t>
    </dgm:pt>
    <dgm:pt modelId="{E5E2CB3C-5E9C-41CE-BD2E-E296FA8604F8}">
      <dgm:prSet/>
      <dgm:spPr/>
      <dgm:t>
        <a:bodyPr/>
        <a:lstStyle/>
        <a:p>
          <a:r>
            <a:rPr lang="en-US"/>
            <a:t>Developed the live React video-streaming UI.</a:t>
          </a:r>
        </a:p>
      </dgm:t>
    </dgm:pt>
    <dgm:pt modelId="{E37B3AD3-D4F4-4753-A81D-6096623E5C57}" type="parTrans" cxnId="{0D8FBA9D-B4DC-44E3-9B37-5904B6426D5A}">
      <dgm:prSet/>
      <dgm:spPr/>
      <dgm:t>
        <a:bodyPr/>
        <a:lstStyle/>
        <a:p>
          <a:endParaRPr lang="en-US"/>
        </a:p>
      </dgm:t>
    </dgm:pt>
    <dgm:pt modelId="{F535CD12-EF19-451B-A5AC-4F2B65FEDF11}" type="sibTrans" cxnId="{0D8FBA9D-B4DC-44E3-9B37-5904B6426D5A}">
      <dgm:prSet/>
      <dgm:spPr/>
      <dgm:t>
        <a:bodyPr/>
        <a:lstStyle/>
        <a:p>
          <a:endParaRPr lang="en-US"/>
        </a:p>
      </dgm:t>
    </dgm:pt>
    <dgm:pt modelId="{BC6F7BA9-9D6D-E14C-AEA7-0A4AC1BDA2E7}" type="pres">
      <dgm:prSet presAssocID="{177F07FE-E9CB-4B17-8446-E847995FA43B}" presName="linear" presStyleCnt="0">
        <dgm:presLayoutVars>
          <dgm:animLvl val="lvl"/>
          <dgm:resizeHandles val="exact"/>
        </dgm:presLayoutVars>
      </dgm:prSet>
      <dgm:spPr/>
    </dgm:pt>
    <dgm:pt modelId="{3092D29D-1FC2-F14F-81BF-EC4EB200EF2F}" type="pres">
      <dgm:prSet presAssocID="{F800439C-FB41-49E7-B1A9-D2F409E5C7B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72FC01-B1E7-F34C-8CE1-2A6656A4924D}" type="pres">
      <dgm:prSet presAssocID="{0D0A6D99-2656-42B4-AD14-03FF36F214C5}" presName="spacer" presStyleCnt="0"/>
      <dgm:spPr/>
    </dgm:pt>
    <dgm:pt modelId="{06ADAD1C-C503-2243-A697-F0C6ABF13FED}" type="pres">
      <dgm:prSet presAssocID="{7E80A17E-5029-40C2-B70F-2A3709BD5AD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42F0606-A6AD-DD4E-9103-67FB5AE30503}" type="pres">
      <dgm:prSet presAssocID="{59212E72-B4B2-4F9A-B4D0-69A62142F2ED}" presName="spacer" presStyleCnt="0"/>
      <dgm:spPr/>
    </dgm:pt>
    <dgm:pt modelId="{1FF6F39F-0A27-FC4A-8C33-F3D5063FF2C6}" type="pres">
      <dgm:prSet presAssocID="{B6FAB5FF-A8F4-4594-A028-3E47E15677A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F7920D-CFB0-DD49-8322-FA7B0499DC84}" type="pres">
      <dgm:prSet presAssocID="{4B274D47-0DFB-46CC-9AAB-B4B6484E10DE}" presName="spacer" presStyleCnt="0"/>
      <dgm:spPr/>
    </dgm:pt>
    <dgm:pt modelId="{CB17FCD0-8598-0243-9CA7-4255D8490081}" type="pres">
      <dgm:prSet presAssocID="{E5E2CB3C-5E9C-41CE-BD2E-E296FA8604F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96D1A20-D447-3F48-BF4C-F7B7BE5AD865}" type="presOf" srcId="{177F07FE-E9CB-4B17-8446-E847995FA43B}" destId="{BC6F7BA9-9D6D-E14C-AEA7-0A4AC1BDA2E7}" srcOrd="0" destOrd="0" presId="urn:microsoft.com/office/officeart/2005/8/layout/vList2"/>
    <dgm:cxn modelId="{0C0C5455-8703-144C-B836-7E0D5A1F0827}" type="presOf" srcId="{E5E2CB3C-5E9C-41CE-BD2E-E296FA8604F8}" destId="{CB17FCD0-8598-0243-9CA7-4255D8490081}" srcOrd="0" destOrd="0" presId="urn:microsoft.com/office/officeart/2005/8/layout/vList2"/>
    <dgm:cxn modelId="{8496FA99-4886-EC43-9517-BCF9A3CAB255}" type="presOf" srcId="{F800439C-FB41-49E7-B1A9-D2F409E5C7BD}" destId="{3092D29D-1FC2-F14F-81BF-EC4EB200EF2F}" srcOrd="0" destOrd="0" presId="urn:microsoft.com/office/officeart/2005/8/layout/vList2"/>
    <dgm:cxn modelId="{0D8FBA9D-B4DC-44E3-9B37-5904B6426D5A}" srcId="{177F07FE-E9CB-4B17-8446-E847995FA43B}" destId="{E5E2CB3C-5E9C-41CE-BD2E-E296FA8604F8}" srcOrd="3" destOrd="0" parTransId="{E37B3AD3-D4F4-4753-A81D-6096623E5C57}" sibTransId="{F535CD12-EF19-451B-A5AC-4F2B65FEDF11}"/>
    <dgm:cxn modelId="{EB52F2B7-CA69-43DE-BDD9-24B4FAEDA3E2}" srcId="{177F07FE-E9CB-4B17-8446-E847995FA43B}" destId="{B6FAB5FF-A8F4-4594-A028-3E47E15677A6}" srcOrd="2" destOrd="0" parTransId="{D5B0FB5C-D398-4E32-9C2B-0956338EF981}" sibTransId="{4B274D47-0DFB-46CC-9AAB-B4B6484E10DE}"/>
    <dgm:cxn modelId="{19DD95BA-D46A-E349-8E40-ABC4E07F60DC}" type="presOf" srcId="{7E80A17E-5029-40C2-B70F-2A3709BD5AD0}" destId="{06ADAD1C-C503-2243-A697-F0C6ABF13FED}" srcOrd="0" destOrd="0" presId="urn:microsoft.com/office/officeart/2005/8/layout/vList2"/>
    <dgm:cxn modelId="{AC4DEED7-3198-5548-A543-D35CC1BE85CF}" type="presOf" srcId="{B6FAB5FF-A8F4-4594-A028-3E47E15677A6}" destId="{1FF6F39F-0A27-FC4A-8C33-F3D5063FF2C6}" srcOrd="0" destOrd="0" presId="urn:microsoft.com/office/officeart/2005/8/layout/vList2"/>
    <dgm:cxn modelId="{124E8CDD-4E66-4E7F-9286-A512970CB28A}" srcId="{177F07FE-E9CB-4B17-8446-E847995FA43B}" destId="{7E80A17E-5029-40C2-B70F-2A3709BD5AD0}" srcOrd="1" destOrd="0" parTransId="{223B909B-FCF0-4178-B6B9-920426060CDA}" sibTransId="{59212E72-B4B2-4F9A-B4D0-69A62142F2ED}"/>
    <dgm:cxn modelId="{045050FD-482B-454F-AA0C-CE3D520348F4}" srcId="{177F07FE-E9CB-4B17-8446-E847995FA43B}" destId="{F800439C-FB41-49E7-B1A9-D2F409E5C7BD}" srcOrd="0" destOrd="0" parTransId="{FF2A9563-DB78-428A-BE1E-9BBC8D6221E8}" sibTransId="{0D0A6D99-2656-42B4-AD14-03FF36F214C5}"/>
    <dgm:cxn modelId="{DBE788D9-B28D-7546-B65F-5AB2CC901E02}" type="presParOf" srcId="{BC6F7BA9-9D6D-E14C-AEA7-0A4AC1BDA2E7}" destId="{3092D29D-1FC2-F14F-81BF-EC4EB200EF2F}" srcOrd="0" destOrd="0" presId="urn:microsoft.com/office/officeart/2005/8/layout/vList2"/>
    <dgm:cxn modelId="{EFDED08D-D9CE-0344-AE1A-F904440B53C4}" type="presParOf" srcId="{BC6F7BA9-9D6D-E14C-AEA7-0A4AC1BDA2E7}" destId="{AA72FC01-B1E7-F34C-8CE1-2A6656A4924D}" srcOrd="1" destOrd="0" presId="urn:microsoft.com/office/officeart/2005/8/layout/vList2"/>
    <dgm:cxn modelId="{B2DAFF92-6D34-A441-B855-54417B0EAD61}" type="presParOf" srcId="{BC6F7BA9-9D6D-E14C-AEA7-0A4AC1BDA2E7}" destId="{06ADAD1C-C503-2243-A697-F0C6ABF13FED}" srcOrd="2" destOrd="0" presId="urn:microsoft.com/office/officeart/2005/8/layout/vList2"/>
    <dgm:cxn modelId="{F7B738CC-EFB9-A54F-8756-26A3ED5398F2}" type="presParOf" srcId="{BC6F7BA9-9D6D-E14C-AEA7-0A4AC1BDA2E7}" destId="{D42F0606-A6AD-DD4E-9103-67FB5AE30503}" srcOrd="3" destOrd="0" presId="urn:microsoft.com/office/officeart/2005/8/layout/vList2"/>
    <dgm:cxn modelId="{6CD7C986-185B-5D47-968D-2D54C97A8C4D}" type="presParOf" srcId="{BC6F7BA9-9D6D-E14C-AEA7-0A4AC1BDA2E7}" destId="{1FF6F39F-0A27-FC4A-8C33-F3D5063FF2C6}" srcOrd="4" destOrd="0" presId="urn:microsoft.com/office/officeart/2005/8/layout/vList2"/>
    <dgm:cxn modelId="{7B5446E3-CD57-1245-BDB0-41F2A1B89A17}" type="presParOf" srcId="{BC6F7BA9-9D6D-E14C-AEA7-0A4AC1BDA2E7}" destId="{75F7920D-CFB0-DD49-8322-FA7B0499DC84}" srcOrd="5" destOrd="0" presId="urn:microsoft.com/office/officeart/2005/8/layout/vList2"/>
    <dgm:cxn modelId="{62004FAF-0D96-4A42-B0FE-9C1A17EB85E5}" type="presParOf" srcId="{BC6F7BA9-9D6D-E14C-AEA7-0A4AC1BDA2E7}" destId="{CB17FCD0-8598-0243-9CA7-4255D849008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C88B2-72F5-CB4D-81FF-DEBC2968121B}">
      <dsp:nvSpPr>
        <dsp:cNvPr id="0" name=""/>
        <dsp:cNvSpPr/>
      </dsp:nvSpPr>
      <dsp:spPr>
        <a:xfrm>
          <a:off x="962" y="1049272"/>
          <a:ext cx="3754654" cy="22527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Forward Pass: Calculates weighted sums using Weights and Biases.</a:t>
          </a:r>
        </a:p>
      </dsp:txBody>
      <dsp:txXfrm>
        <a:off x="962" y="1049272"/>
        <a:ext cx="3754654" cy="2252792"/>
      </dsp:txXfrm>
    </dsp:sp>
    <dsp:sp modelId="{E5321521-87A4-0441-AE82-B770383A74EA}">
      <dsp:nvSpPr>
        <dsp:cNvPr id="0" name=""/>
        <dsp:cNvSpPr/>
      </dsp:nvSpPr>
      <dsp:spPr>
        <a:xfrm>
          <a:off x="4131082" y="1049272"/>
          <a:ext cx="3754654" cy="22527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Activation Functions (ReLU, Sigmoid) introduce non-linearity.</a:t>
          </a:r>
        </a:p>
      </dsp:txBody>
      <dsp:txXfrm>
        <a:off x="4131082" y="1049272"/>
        <a:ext cx="3754654" cy="22527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B898F-C8D3-5248-9009-60FF21CDE84E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17ED4-01EF-1141-AC3E-56960BCAD298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Loss Functions (MSE, Cross-Entropy) measure the network's error.</a:t>
          </a:r>
        </a:p>
      </dsp:txBody>
      <dsp:txXfrm>
        <a:off x="456496" y="980400"/>
        <a:ext cx="3381034" cy="2099279"/>
      </dsp:txXfrm>
    </dsp:sp>
    <dsp:sp modelId="{94E483D2-48DC-114C-9C72-D7A4031B41D1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8B8E36-B208-674B-A803-6F76EC12897D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Optimizers (Adam) use Gradient Descent to adjust weights backward.</a:t>
          </a:r>
        </a:p>
      </dsp:txBody>
      <dsp:txXfrm>
        <a:off x="4748523" y="980400"/>
        <a:ext cx="3381034" cy="20992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7A547B-370E-4318-87A8-6D4B08BEEFE5}">
      <dsp:nvSpPr>
        <dsp:cNvPr id="0" name=""/>
        <dsp:cNvSpPr/>
      </dsp:nvSpPr>
      <dsp:spPr>
        <a:xfrm>
          <a:off x="738477" y="785900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BD80A-825E-44E0-A81B-3EFB7E6F427F}">
      <dsp:nvSpPr>
        <dsp:cNvPr id="0" name=""/>
        <dsp:cNvSpPr/>
      </dsp:nvSpPr>
      <dsp:spPr>
        <a:xfrm>
          <a:off x="78583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Standard ANNs flatten images and lose spatial layout.</a:t>
          </a:r>
        </a:p>
      </dsp:txBody>
      <dsp:txXfrm>
        <a:off x="78583" y="2183504"/>
        <a:ext cx="2399612" cy="720000"/>
      </dsp:txXfrm>
    </dsp:sp>
    <dsp:sp modelId="{5E0277BF-DF3B-447D-8F4D-E88E0299A176}">
      <dsp:nvSpPr>
        <dsp:cNvPr id="0" name=""/>
        <dsp:cNvSpPr/>
      </dsp:nvSpPr>
      <dsp:spPr>
        <a:xfrm>
          <a:off x="3558022" y="785900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A4512-8458-47AF-A469-2DB25CEED245}">
      <dsp:nvSpPr>
        <dsp:cNvPr id="0" name=""/>
        <dsp:cNvSpPr/>
      </dsp:nvSpPr>
      <dsp:spPr>
        <a:xfrm>
          <a:off x="2898129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CNNs use sliding Kernels (filters) to detect edges and shapes.</a:t>
          </a:r>
        </a:p>
      </dsp:txBody>
      <dsp:txXfrm>
        <a:off x="2898129" y="2183504"/>
        <a:ext cx="2399612" cy="720000"/>
      </dsp:txXfrm>
    </dsp:sp>
    <dsp:sp modelId="{52FBB18E-63DC-49E0-BB84-AAA2957FD921}">
      <dsp:nvSpPr>
        <dsp:cNvPr id="0" name=""/>
        <dsp:cNvSpPr/>
      </dsp:nvSpPr>
      <dsp:spPr>
        <a:xfrm>
          <a:off x="6377567" y="785900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2C2A2A-5AF4-4E1A-A08D-D7F1FB98FE17}">
      <dsp:nvSpPr>
        <dsp:cNvPr id="0" name=""/>
        <dsp:cNvSpPr/>
      </dsp:nvSpPr>
      <dsp:spPr>
        <a:xfrm>
          <a:off x="5717674" y="2183504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Pooling layers reduce computational size.</a:t>
          </a:r>
        </a:p>
      </dsp:txBody>
      <dsp:txXfrm>
        <a:off x="5717674" y="2183504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C968DC-026C-7E47-9492-5DC1867002E7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98256-B85F-B14D-A358-771F46F13AC9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RNNs handle sequential data like video frames.</a:t>
          </a:r>
        </a:p>
      </dsp:txBody>
      <dsp:txXfrm>
        <a:off x="456496" y="980400"/>
        <a:ext cx="3381034" cy="2099279"/>
      </dsp:txXfrm>
    </dsp:sp>
    <dsp:sp modelId="{8948C692-5945-4448-A799-DAC22A693495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784BE-B012-8A41-BEE3-C24E18A443FC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YOLO (You Only Look Once) revolutionized computer vision by processing whole images in a single fast pass.</a:t>
          </a:r>
        </a:p>
      </dsp:txBody>
      <dsp:txXfrm>
        <a:off x="4748523" y="980400"/>
        <a:ext cx="3381034" cy="20992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E298A6-B81A-4E08-8B4F-D09C00ABBBBA}">
      <dsp:nvSpPr>
        <dsp:cNvPr id="0" name=""/>
        <dsp:cNvSpPr/>
      </dsp:nvSpPr>
      <dsp:spPr>
        <a:xfrm>
          <a:off x="1099810" y="444329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139AF-6D07-4DFD-B170-BB49900A7F19}">
      <dsp:nvSpPr>
        <dsp:cNvPr id="0" name=""/>
        <dsp:cNvSpPr/>
      </dsp:nvSpPr>
      <dsp:spPr>
        <a:xfrm>
          <a:off x="8506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Automated license plate recognition and pedestrian tracking.</a:t>
          </a:r>
        </a:p>
      </dsp:txBody>
      <dsp:txXfrm>
        <a:off x="85060" y="2525075"/>
        <a:ext cx="3690000" cy="720000"/>
      </dsp:txXfrm>
    </dsp:sp>
    <dsp:sp modelId="{2B6A1B56-9BEB-4917-821F-9A54E582E1E1}">
      <dsp:nvSpPr>
        <dsp:cNvPr id="0" name=""/>
        <dsp:cNvSpPr/>
      </dsp:nvSpPr>
      <dsp:spPr>
        <a:xfrm>
          <a:off x="5435560" y="444329"/>
          <a:ext cx="1660500" cy="16605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18A2D-134D-4591-8DBB-BB8CA19DCBCB}">
      <dsp:nvSpPr>
        <dsp:cNvPr id="0" name=""/>
        <dsp:cNvSpPr/>
      </dsp:nvSpPr>
      <dsp:spPr>
        <a:xfrm>
          <a:off x="4420810" y="2525075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Our App: Real-time emergency vehicle identification to clear intersections.</a:t>
          </a:r>
        </a:p>
      </dsp:txBody>
      <dsp:txXfrm>
        <a:off x="4420810" y="2525075"/>
        <a:ext cx="369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FD7C4B-C64A-5444-B339-6D4D9D93BE2E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Goal: A scalable, vision-based CCTV system to preempt traffic lights.</a:t>
          </a:r>
        </a:p>
      </dsp:txBody>
      <dsp:txXfrm>
        <a:off x="0" y="4105454"/>
        <a:ext cx="5000124" cy="1347501"/>
      </dsp:txXfrm>
    </dsp:sp>
    <dsp:sp modelId="{954E578C-3ECB-BB47-9A8A-7A4B9E281B92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Traditional acoustic and strobe sensors are flawed and expensive.</a:t>
          </a:r>
        </a:p>
      </dsp:txBody>
      <dsp:txXfrm rot="10800000">
        <a:off x="0" y="2053209"/>
        <a:ext cx="5000124" cy="1346620"/>
      </dsp:txXfrm>
    </dsp:sp>
    <dsp:sp modelId="{4CB9A37F-8FCB-764D-8854-AD68D741F141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Intersections cause critical delays for emergency responders.</a:t>
          </a:r>
        </a:p>
      </dsp:txBody>
      <dsp:txXfrm rot="10800000">
        <a:off x="0" y="964"/>
        <a:ext cx="5000124" cy="13466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43C65-33B2-EA4C-B809-F031D1F45C1D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43B5D3-3D87-AA47-A2A4-8C25AA7D7FA5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Past Methods: RF emitters cost $2,000+ per vehicle to install.</a:t>
          </a:r>
        </a:p>
      </dsp:txBody>
      <dsp:txXfrm>
        <a:off x="0" y="2663"/>
        <a:ext cx="5000124" cy="1816197"/>
      </dsp:txXfrm>
    </dsp:sp>
    <dsp:sp modelId="{5624CA84-1294-904F-8460-86083299AABD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76CA89-2E71-424A-B4DD-AA282098A3B7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Our Approach: Edge-AI shifts intelligence to the camera.</a:t>
          </a:r>
        </a:p>
      </dsp:txBody>
      <dsp:txXfrm>
        <a:off x="0" y="1818861"/>
        <a:ext cx="5000124" cy="1816197"/>
      </dsp:txXfrm>
    </dsp:sp>
    <dsp:sp modelId="{B524AE58-F1AA-BE45-B999-20F0D5A936CE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8A53A6-5345-CA4C-805A-9BA8307C635B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Requires zero additional hardware on the emergency vehicles.</a:t>
          </a:r>
        </a:p>
      </dsp:txBody>
      <dsp:txXfrm>
        <a:off x="0" y="3635058"/>
        <a:ext cx="5000124" cy="181619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36B27-BF57-4414-B537-00C9B6AC32D4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F5D0D-DCFA-4A7F-97D6-A461D8F8F67E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EB237-FAB8-4005-AC63-20F7547D07D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1. Edge Detection: YOLOv8 analyzes video locally.</a:t>
          </a:r>
        </a:p>
      </dsp:txBody>
      <dsp:txXfrm>
        <a:off x="25435" y="2456402"/>
        <a:ext cx="1800000" cy="720000"/>
      </dsp:txXfrm>
    </dsp:sp>
    <dsp:sp modelId="{62DB8F8D-8E6B-45C7-9AB0-7586621A0E6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4E8F1-163C-4B1E-A5C6-3C75D989ACAF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58DA8-23E7-4752-B7BA-D77C97862BB1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2. Logic Gate: Filters out visual noise.</a:t>
          </a:r>
        </a:p>
      </dsp:txBody>
      <dsp:txXfrm>
        <a:off x="2140435" y="2456402"/>
        <a:ext cx="1800000" cy="720000"/>
      </dsp:txXfrm>
    </dsp:sp>
    <dsp:sp modelId="{E23A4B77-4943-4E95-8119-DB1D05ACE294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032779-968F-496B-B976-3D40A5B6DE8B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970FA3-0415-4975-B4D4-E3B51097DE8B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3. API Bridge: Threaded HTTP POST to backend.</a:t>
          </a:r>
        </a:p>
      </dsp:txBody>
      <dsp:txXfrm>
        <a:off x="4255435" y="2456402"/>
        <a:ext cx="1800000" cy="720000"/>
      </dsp:txXfrm>
    </dsp:sp>
    <dsp:sp modelId="{B68A1E03-D95E-41CD-A673-A80D634BDB62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758CD-833A-4F77-B067-E24A75784414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EE104-265B-4BCB-A845-FFF6CF860F09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4. Command Center: React UI visually alerts operators.</a:t>
          </a:r>
        </a:p>
      </dsp:txBody>
      <dsp:txXfrm>
        <a:off x="6370435" y="2456402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544D0-5D02-C64F-8923-21FBD4A783F6}">
      <dsp:nvSpPr>
        <dsp:cNvPr id="0" name=""/>
        <dsp:cNvSpPr/>
      </dsp:nvSpPr>
      <dsp:spPr>
        <a:xfrm>
          <a:off x="0" y="4279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AI/Vision: Python, YOLOv8, OpenCV, ByteTrack.</a:t>
          </a:r>
        </a:p>
      </dsp:txBody>
      <dsp:txXfrm>
        <a:off x="62141" y="104940"/>
        <a:ext cx="4875842" cy="1148678"/>
      </dsp:txXfrm>
    </dsp:sp>
    <dsp:sp modelId="{9702B989-CB22-D846-AEB3-0F9CAAD8EEC3}">
      <dsp:nvSpPr>
        <dsp:cNvPr id="0" name=""/>
        <dsp:cNvSpPr/>
      </dsp:nvSpPr>
      <dsp:spPr>
        <a:xfrm>
          <a:off x="0" y="140791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Backend: Node.js, Express.js (REST API).</a:t>
          </a:r>
        </a:p>
      </dsp:txBody>
      <dsp:txXfrm>
        <a:off x="62141" y="1470060"/>
        <a:ext cx="4875842" cy="1148678"/>
      </dsp:txXfrm>
    </dsp:sp>
    <dsp:sp modelId="{F1F7BD41-F8F4-9244-88D5-BEAE49C26E29}">
      <dsp:nvSpPr>
        <dsp:cNvPr id="0" name=""/>
        <dsp:cNvSpPr/>
      </dsp:nvSpPr>
      <dsp:spPr>
        <a:xfrm>
          <a:off x="0" y="277304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Database: MongoDB Atlas (Cloud NoSQL).</a:t>
          </a:r>
        </a:p>
      </dsp:txBody>
      <dsp:txXfrm>
        <a:off x="62141" y="2835181"/>
        <a:ext cx="4875842" cy="1148678"/>
      </dsp:txXfrm>
    </dsp:sp>
    <dsp:sp modelId="{8A5142DF-AC08-4B4B-8D83-5F69DA04C662}">
      <dsp:nvSpPr>
        <dsp:cNvPr id="0" name=""/>
        <dsp:cNvSpPr/>
      </dsp:nvSpPr>
      <dsp:spPr>
        <a:xfrm>
          <a:off x="0" y="413816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Frontend: React, Vite, Axios, Custom CSS.</a:t>
          </a:r>
        </a:p>
      </dsp:txBody>
      <dsp:txXfrm>
        <a:off x="62141" y="4200301"/>
        <a:ext cx="4875842" cy="11486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2D29D-1FC2-F14F-81BF-EC4EB200EF2F}">
      <dsp:nvSpPr>
        <dsp:cNvPr id="0" name=""/>
        <dsp:cNvSpPr/>
      </dsp:nvSpPr>
      <dsp:spPr>
        <a:xfrm>
          <a:off x="0" y="12668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Curated dataset and trained custom YOLOv8 model.</a:t>
          </a:r>
        </a:p>
      </dsp:txBody>
      <dsp:txXfrm>
        <a:off x="60199" y="186879"/>
        <a:ext cx="4879726" cy="1112781"/>
      </dsp:txXfrm>
    </dsp:sp>
    <dsp:sp modelId="{06ADAD1C-C503-2243-A697-F0C6ABF13FED}">
      <dsp:nvSpPr>
        <dsp:cNvPr id="0" name=""/>
        <dsp:cNvSpPr/>
      </dsp:nvSpPr>
      <dsp:spPr>
        <a:xfrm>
          <a:off x="0" y="144914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Engineered the Anti-Flicker persistence logic script.</a:t>
          </a:r>
        </a:p>
      </dsp:txBody>
      <dsp:txXfrm>
        <a:off x="60199" y="1509339"/>
        <a:ext cx="4879726" cy="1112781"/>
      </dsp:txXfrm>
    </dsp:sp>
    <dsp:sp modelId="{1FF6F39F-0A27-FC4A-8C33-F3D5063FF2C6}">
      <dsp:nvSpPr>
        <dsp:cNvPr id="0" name=""/>
        <dsp:cNvSpPr/>
      </dsp:nvSpPr>
      <dsp:spPr>
        <a:xfrm>
          <a:off x="0" y="277160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Deployed the Node.js + MongoDB backend.</a:t>
          </a:r>
        </a:p>
      </dsp:txBody>
      <dsp:txXfrm>
        <a:off x="60199" y="2831799"/>
        <a:ext cx="4879726" cy="1112781"/>
      </dsp:txXfrm>
    </dsp:sp>
    <dsp:sp modelId="{CB17FCD0-8598-0243-9CA7-4255D8490081}">
      <dsp:nvSpPr>
        <dsp:cNvPr id="0" name=""/>
        <dsp:cNvSpPr/>
      </dsp:nvSpPr>
      <dsp:spPr>
        <a:xfrm>
          <a:off x="0" y="4094060"/>
          <a:ext cx="5000124" cy="123317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Developed the live React video-streaming UI.</a:t>
          </a:r>
        </a:p>
      </dsp:txBody>
      <dsp:txXfrm>
        <a:off x="60199" y="4154259"/>
        <a:ext cx="4879726" cy="111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C34C1-2693-8E43-ABDC-73B6DE852173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57E6F-94AA-0E4E-84F0-0CEE786B3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74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57E6F-94AA-0E4E-84F0-0CEE786B31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89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en-IN" sz="4200" dirty="0">
                <a:solidFill>
                  <a:srgbClr val="FFFFFF"/>
                </a:solidFill>
              </a:rPr>
              <a:t>Sentinel Prime: Final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 fontScale="55000" lnSpcReduction="20000"/>
          </a:bodyPr>
          <a:lstStyle/>
          <a:p>
            <a:pPr>
              <a:lnSpc>
                <a:spcPct val="90000"/>
              </a:lnSpc>
            </a:pPr>
            <a:r>
              <a:rPr lang="en-IN" sz="2500" dirty="0">
                <a:solidFill>
                  <a:srgbClr val="FFFFFF"/>
                </a:solidFill>
              </a:rPr>
              <a:t>AI-Powered Emergency Vehicle Identification</a:t>
            </a:r>
          </a:p>
          <a:p>
            <a:pPr>
              <a:lnSpc>
                <a:spcPct val="90000"/>
              </a:lnSpc>
            </a:pPr>
            <a:r>
              <a:rPr lang="en-IN" sz="2500" dirty="0">
                <a:solidFill>
                  <a:srgbClr val="FFFFFF"/>
                </a:solidFill>
              </a:rPr>
              <a:t>Presenter: Ryan Kukreti</a:t>
            </a:r>
          </a:p>
          <a:p>
            <a:pPr>
              <a:lnSpc>
                <a:spcPct val="90000"/>
              </a:lnSpc>
            </a:pPr>
            <a:r>
              <a:rPr lang="en-IN" sz="2500" dirty="0">
                <a:solidFill>
                  <a:srgbClr val="FFFFFF"/>
                </a:solidFill>
              </a:rPr>
              <a:t>                      Taranjot Singh</a:t>
            </a:r>
          </a:p>
          <a:p>
            <a:pPr>
              <a:lnSpc>
                <a:spcPct val="90000"/>
              </a:lnSpc>
            </a:pPr>
            <a:r>
              <a:rPr lang="en-IN" sz="2500" dirty="0">
                <a:solidFill>
                  <a:srgbClr val="FFFFFF"/>
                </a:solidFill>
              </a:rPr>
              <a:t>                       Trinabh Thakur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46624"/>
            <a:ext cx="3992787" cy="1642970"/>
          </a:xfrm>
        </p:spPr>
        <p:txBody>
          <a:bodyPr anchor="b">
            <a:normAutofit/>
          </a:bodyPr>
          <a:lstStyle/>
          <a:p>
            <a:r>
              <a:rPr lang="en-IN" sz="3500"/>
              <a:t>Basics of Deep Learning &amp; ANNs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r>
              <a:rPr lang="en-IN" sz="1700"/>
              <a:t>Deep Learning uses multi-layered neural networks to extract features.</a:t>
            </a:r>
          </a:p>
          <a:p>
            <a:r>
              <a:rPr lang="en-IN" sz="1700"/>
              <a:t>Architecture: Input Layer -&gt; Hidden Layers -&gt; Output Layer.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Artificial Neural Network architecture, AI generated">
            <a:extLst>
              <a:ext uri="{FF2B5EF4-FFF2-40B4-BE49-F238E27FC236}">
                <a16:creationId xmlns:a16="http://schemas.microsoft.com/office/drawing/2014/main" id="{D3D69CD1-2768-3FD1-8BDF-AC38C6E31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6975" y="2182058"/>
            <a:ext cx="3127897" cy="252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87BAA1A-7F96-D715-BC7F-7120D51EDA1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28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Forward Propagation &amp; Activations</a:t>
            </a:r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E41808-6D59-240D-166A-B428C7C6F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989172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Learning via Backpropagation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64A462-2FC0-B0C4-D6E8-12189ADF5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574767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Convolutional Neural Networks (CNN)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3A7193-8FBC-66EC-C657-BDF534685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84094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RNNs &amp; Object Detection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3660DF-7453-4FB3-F76C-21534DDC72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46795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DL Applications in Smart Cities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A147E3-B570-8D9C-8BB7-15C31A127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27483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1F201A-9DDB-6BF1-1F3A-DD8BFBC31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316995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Literature Review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7231E1-9000-E342-4938-63A9D8F61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701276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video&#10;&#10;AI-generated content may be incorrect.">
            <a:extLst>
              <a:ext uri="{FF2B5EF4-FFF2-40B4-BE49-F238E27FC236}">
                <a16:creationId xmlns:a16="http://schemas.microsoft.com/office/drawing/2014/main" id="{6BAF4AF2-612E-746E-A02C-B6045B43EC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15" r="-2" b="31898"/>
          <a:stretch>
            <a:fillRect/>
          </a:stretch>
        </p:blipFill>
        <p:spPr>
          <a:xfrm>
            <a:off x="3662268" y="10"/>
            <a:ext cx="5481732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10" name="Picture 9" descr="A collage of images of cars and trucks&#10;&#10;AI-generated content may be incorrect.">
            <a:extLst>
              <a:ext uri="{FF2B5EF4-FFF2-40B4-BE49-F238E27FC236}">
                <a16:creationId xmlns:a16="http://schemas.microsoft.com/office/drawing/2014/main" id="{0DD66811-1C59-FD22-36E4-75E8DE0297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596" r="-2" b="14017"/>
          <a:stretch>
            <a:fillRect/>
          </a:stretch>
        </p:blipFill>
        <p:spPr>
          <a:xfrm>
            <a:off x="3662268" y="3493008"/>
            <a:ext cx="5481732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499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42" y="859536"/>
            <a:ext cx="3624601" cy="1243584"/>
          </a:xfrm>
        </p:spPr>
        <p:txBody>
          <a:bodyPr>
            <a:normAutofit/>
          </a:bodyPr>
          <a:lstStyle/>
          <a:p>
            <a:r>
              <a:rPr lang="en-IN" sz="3000"/>
              <a:t>Dataset Used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042" y="2512611"/>
            <a:ext cx="3624602" cy="3664351"/>
          </a:xfrm>
        </p:spPr>
        <p:txBody>
          <a:bodyPr>
            <a:normAutofit/>
          </a:bodyPr>
          <a:lstStyle/>
          <a:p>
            <a:r>
              <a:rPr lang="en-IN" sz="1700"/>
              <a:t>Gathered ~4,500 images of ambulances, fire trucks, and police cars.</a:t>
            </a:r>
          </a:p>
          <a:p>
            <a:r>
              <a:rPr lang="en-IN" sz="1700"/>
              <a:t>Fixed 'Ghost Class IDs' and purged corrupted files.</a:t>
            </a:r>
          </a:p>
          <a:p>
            <a:r>
              <a:rPr lang="en-IN" sz="1700"/>
              <a:t>Applied Mosaic augmentation for robust feature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D9C62C-03E7-75D6-193B-7861A65DC6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5258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906" y="729175"/>
            <a:ext cx="8324514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7762" y="905011"/>
            <a:ext cx="3441996" cy="188913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200"/>
              <a:t>Model Architecture &amp; System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32AA2-03BD-8632-9786-1E410EE9E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05" y="1871268"/>
            <a:ext cx="4101260" cy="310670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7762" y="2965592"/>
            <a:ext cx="3441996" cy="2987397"/>
          </a:xfrm>
        </p:spPr>
        <p:txBody>
          <a:bodyPr>
            <a:normAutofit/>
          </a:bodyPr>
          <a:lstStyle/>
          <a:p>
            <a:r>
              <a:rPr lang="en-IN" sz="1600"/>
              <a:t>Python Edge Node -&gt; REST API -&gt; MongoDB -&gt; React Dashboard.</a:t>
            </a:r>
          </a:p>
          <a:p>
            <a:r>
              <a:rPr lang="en-IN" sz="1600"/>
              <a:t>Strict separation of heavy AI processing and lightweight web backend.</a:t>
            </a:r>
          </a:p>
          <a:p>
            <a:endParaRPr lang="en-IN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200">
                <a:solidFill>
                  <a:srgbClr val="FFFFFF"/>
                </a:solidFill>
              </a:rPr>
              <a:t>Tools &amp; Technologies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4F5855-575D-338A-1E86-FAE2010673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02762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Work Completed So Far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567A0A-76C6-6ED9-9A69-DF7E8CAD4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1310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IN" sz="2800"/>
              <a:t>Results &amp; Performance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IN" sz="1600"/>
              <a:t>Achieved strong mAP50 score indicating reliable recognition.</a:t>
            </a:r>
          </a:p>
          <a:p>
            <a:r>
              <a:rPr lang="en-IN" sz="1600"/>
              <a:t>Zero False-Positives due to the strict Time-Gate requirement.</a:t>
            </a:r>
          </a:p>
        </p:txBody>
      </p:sp>
      <p:pic>
        <p:nvPicPr>
          <p:cNvPr id="5" name="Picture 4" descr="A graph of loss and loss&#10;&#10;AI-generated content may be incorrect.">
            <a:extLst>
              <a:ext uri="{FF2B5EF4-FFF2-40B4-BE49-F238E27FC236}">
                <a16:creationId xmlns:a16="http://schemas.microsoft.com/office/drawing/2014/main" id="{9D769B62-204F-A7C9-CEE8-B8FD56F15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83" y="2734056"/>
            <a:ext cx="6967728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43486"/>
            <a:ext cx="3200400" cy="1437406"/>
          </a:xfrm>
        </p:spPr>
        <p:txBody>
          <a:bodyPr anchor="t">
            <a:normAutofit/>
          </a:bodyPr>
          <a:lstStyle/>
          <a:p>
            <a:r>
              <a:rPr lang="en-IN" sz="2800"/>
              <a:t>Deep Dive: Anti-Flicker Logic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9209" y="838200"/>
            <a:ext cx="4125936" cy="1866358"/>
          </a:xfrm>
        </p:spPr>
        <p:txBody>
          <a:bodyPr>
            <a:normAutofit/>
          </a:bodyPr>
          <a:lstStyle/>
          <a:p>
            <a:r>
              <a:rPr lang="en-IN" sz="1700"/>
              <a:t>Raw AI models 'flicker' on similar objects (like delivery vans).</a:t>
            </a:r>
          </a:p>
          <a:p>
            <a:r>
              <a:rPr lang="en-IN" sz="1700"/>
              <a:t>Solution: Target must be detected with &gt;65% confidence for 15 frames.</a:t>
            </a:r>
          </a:p>
          <a:p>
            <a:r>
              <a:rPr lang="en-IN" sz="1700"/>
              <a:t>One missed frame hard-resets the counter to zero.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5EDE4-12ED-490E-6337-D9184E45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08"/>
          <a:stretch>
            <a:fillRect/>
          </a:stretch>
        </p:blipFill>
        <p:spPr>
          <a:xfrm>
            <a:off x="20" y="3195484"/>
            <a:ext cx="9143980" cy="36625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B08EA4-F33E-879F-A2D8-43E72034F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41" r="14423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IN" sz="3500"/>
              <a:t>The Command Center (Frontend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IN" sz="1700"/>
              <a:t>React dashboard dynamically fetches new data every second.</a:t>
            </a:r>
          </a:p>
          <a:p>
            <a:r>
              <a:rPr lang="en-IN" sz="1700"/>
              <a:t>Users upload local traffic footage directly into the browser.</a:t>
            </a:r>
          </a:p>
          <a:p>
            <a:r>
              <a:rPr lang="en-IN" sz="1700"/>
              <a:t>Flask microservice streams AI-processed video back in real-time.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1143486"/>
            <a:ext cx="3200400" cy="1437406"/>
          </a:xfrm>
        </p:spPr>
        <p:txBody>
          <a:bodyPr anchor="t">
            <a:normAutofit/>
          </a:bodyPr>
          <a:lstStyle/>
          <a:p>
            <a:r>
              <a:rPr lang="en-IN" sz="2800"/>
              <a:t>Challenges Faced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C77032-C865-6057-7D7A-E2743CFA2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9209" y="838200"/>
            <a:ext cx="4125936" cy="1866358"/>
          </a:xfrm>
        </p:spPr>
        <p:txBody>
          <a:bodyPr>
            <a:normAutofit/>
          </a:bodyPr>
          <a:lstStyle/>
          <a:p>
            <a:r>
              <a:rPr lang="en-IN" sz="1700" dirty="0"/>
              <a:t>Corrupted Datasets: Debugging indexing errors during training.</a:t>
            </a:r>
          </a:p>
          <a:p>
            <a:r>
              <a:rPr lang="en-IN" sz="1700" dirty="0"/>
              <a:t>Hardware Constraints: Mapping </a:t>
            </a:r>
            <a:r>
              <a:rPr lang="en-IN" sz="1700" dirty="0" err="1"/>
              <a:t>PyTorch</a:t>
            </a:r>
            <a:r>
              <a:rPr lang="en-IN" sz="1700" dirty="0"/>
              <a:t> to Apple Silicon MPS GPU.</a:t>
            </a:r>
          </a:p>
          <a:p>
            <a:r>
              <a:rPr lang="en-IN" sz="1700" dirty="0"/>
              <a:t>Async Blocking: Overcame video freezes using Python threading.</a:t>
            </a:r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E309CE3C-0457-F7FB-5C84-C6C6345338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994"/>
          <a:stretch>
            <a:fillRect/>
          </a:stretch>
        </p:blipFill>
        <p:spPr>
          <a:xfrm>
            <a:off x="20" y="3195484"/>
            <a:ext cx="9143980" cy="36625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d retro robot">
            <a:extLst>
              <a:ext uri="{FF2B5EF4-FFF2-40B4-BE49-F238E27FC236}">
                <a16:creationId xmlns:a16="http://schemas.microsoft.com/office/drawing/2014/main" id="{3E842A2D-1685-D599-2CC3-894BE6B09E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13" r="-1" b="-1"/>
          <a:stretch>
            <a:fillRect/>
          </a:stretch>
        </p:blipFill>
        <p:spPr>
          <a:xfrm>
            <a:off x="1891767" y="10"/>
            <a:ext cx="725223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IN" sz="3500"/>
              <a:t>Next Plan of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IN" sz="1700"/>
              <a:t>Port the Python edge-script to a Jetson Nano or Raspberry Pi.</a:t>
            </a:r>
          </a:p>
          <a:p>
            <a:r>
              <a:rPr lang="en-IN" sz="1700"/>
              <a:t>Integrate physical GPIO pins to control a miniature hardware traffic light.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EF6118E-44FB-4509-B4D9-129052E4C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6366" y="525195"/>
            <a:ext cx="2989616" cy="2806506"/>
          </a:xfrm>
        </p:spPr>
        <p:txBody>
          <a:bodyPr anchor="b">
            <a:normAutofit/>
          </a:bodyPr>
          <a:lstStyle/>
          <a:p>
            <a:r>
              <a:rPr lang="en-IN" sz="3500"/>
              <a:t>Project Timeline (Gantt Chart)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45F3D6D-3F18-B829-1864-B3D579DF61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14" r="14020" b="3"/>
          <a:stretch>
            <a:fillRect/>
          </a:stretch>
        </p:blipFill>
        <p:spPr>
          <a:xfrm>
            <a:off x="3889915" y="163646"/>
            <a:ext cx="5105027" cy="26230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366" y="3526300"/>
            <a:ext cx="2989616" cy="2588458"/>
          </a:xfrm>
        </p:spPr>
        <p:txBody>
          <a:bodyPr>
            <a:normAutofit/>
          </a:bodyPr>
          <a:lstStyle/>
          <a:p>
            <a:r>
              <a:rPr lang="en-IN" sz="1700"/>
              <a:t>Completed: Dataset, Training, Backend Setup, Full-Stack UI.</a:t>
            </a:r>
          </a:p>
          <a:p>
            <a:r>
              <a:rPr lang="en-IN" sz="1700"/>
              <a:t>Upcoming: Hardware Integration, Final Testing, Report Writing.</a:t>
            </a:r>
          </a:p>
        </p:txBody>
      </p:sp>
      <p:pic>
        <p:nvPicPr>
          <p:cNvPr id="8" name="Picture 7" descr="A diagram of a project&#10;&#10;AI-generated content may be incorrect.">
            <a:extLst>
              <a:ext uri="{FF2B5EF4-FFF2-40B4-BE49-F238E27FC236}">
                <a16:creationId xmlns:a16="http://schemas.microsoft.com/office/drawing/2014/main" id="{4A2776B6-38D0-BE1C-B33F-B831BD776C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81" r="686" b="2"/>
          <a:stretch>
            <a:fillRect/>
          </a:stretch>
        </p:blipFill>
        <p:spPr>
          <a:xfrm>
            <a:off x="3889915" y="2956875"/>
            <a:ext cx="5105027" cy="3352653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D8242CF-62EA-D465-28E6-CF880AE7B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4432</TotalTime>
  <Words>631</Words>
  <Application>Microsoft Macintosh PowerPoint</Application>
  <PresentationFormat>On-screen Show (4:3)</PresentationFormat>
  <Paragraphs>76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Sentinel Prime: Final Project</vt:lpstr>
      <vt:lpstr>Basics of Deep Learning &amp; ANNs</vt:lpstr>
      <vt:lpstr>Forward Propagation &amp; Activations</vt:lpstr>
      <vt:lpstr>Learning via Backpropagation</vt:lpstr>
      <vt:lpstr>Convolutional Neural Networks (CNN)</vt:lpstr>
      <vt:lpstr>RNNs &amp; Object Detection</vt:lpstr>
      <vt:lpstr>DL Applications in Smart Cities</vt:lpstr>
      <vt:lpstr>Problem Statement</vt:lpstr>
      <vt:lpstr>Literature Review</vt:lpstr>
      <vt:lpstr>Dataset Used</vt:lpstr>
      <vt:lpstr>Methodology</vt:lpstr>
      <vt:lpstr>Model Architecture &amp; System Design</vt:lpstr>
      <vt:lpstr>Tools &amp; Technologies Used</vt:lpstr>
      <vt:lpstr>Work Completed So Far</vt:lpstr>
      <vt:lpstr>Results &amp; Performance</vt:lpstr>
      <vt:lpstr>Deep Dive: Anti-Flicker Logic</vt:lpstr>
      <vt:lpstr>The Command Center (Frontend UI)</vt:lpstr>
      <vt:lpstr>Challenges Faced</vt:lpstr>
      <vt:lpstr>Next Plan of Action</vt:lpstr>
      <vt:lpstr>Project Timeline (Gantt Chart)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Kukreti - 70572300056</cp:lastModifiedBy>
  <cp:revision>2</cp:revision>
  <dcterms:created xsi:type="dcterms:W3CDTF">2013-01-27T09:14:16Z</dcterms:created>
  <dcterms:modified xsi:type="dcterms:W3CDTF">2026-09-24T10:03:27Z</dcterms:modified>
  <cp:category/>
</cp:coreProperties>
</file>